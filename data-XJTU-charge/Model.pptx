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7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6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14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92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70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9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28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8" indent="0" algn="ctr">
              <a:buNone/>
              <a:defRPr sz="2000"/>
            </a:lvl2pPr>
            <a:lvl3pPr marL="914436" indent="0" algn="ctr">
              <a:buNone/>
              <a:defRPr sz="1800"/>
            </a:lvl3pPr>
            <a:lvl4pPr marL="1371654" indent="0" algn="ctr">
              <a:buNone/>
              <a:defRPr sz="1600"/>
            </a:lvl4pPr>
            <a:lvl5pPr marL="1828874" indent="0" algn="ctr">
              <a:buNone/>
              <a:defRPr sz="1600"/>
            </a:lvl5pPr>
            <a:lvl6pPr marL="2286091" indent="0" algn="ctr">
              <a:buNone/>
              <a:defRPr sz="1600"/>
            </a:lvl6pPr>
            <a:lvl7pPr marL="2743310" indent="0" algn="ctr">
              <a:buNone/>
              <a:defRPr sz="1600"/>
            </a:lvl7pPr>
            <a:lvl8pPr marL="3200528" indent="0" algn="ctr">
              <a:buNone/>
              <a:defRPr sz="1600"/>
            </a:lvl8pPr>
            <a:lvl9pPr marL="3657746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10F0F-6BE7-422C-9868-811EDEE02BA8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79F0-40E9-4179-ADD5-942576E0F9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84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10F0F-6BE7-422C-9868-811EDEE02BA8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79F0-40E9-4179-ADD5-942576E0F9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57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3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7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2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10F0F-6BE7-422C-9868-811EDEE02BA8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79F0-40E9-4179-ADD5-942576E0F9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90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10F0F-6BE7-422C-9868-811EDEE02BA8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79F0-40E9-4179-ADD5-942576E0F9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34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8" indent="0">
              <a:buNone/>
              <a:defRPr sz="2000" b="1"/>
            </a:lvl2pPr>
            <a:lvl3pPr marL="914436" indent="0">
              <a:buNone/>
              <a:defRPr sz="1800" b="1"/>
            </a:lvl3pPr>
            <a:lvl4pPr marL="1371654" indent="0">
              <a:buNone/>
              <a:defRPr sz="1600" b="1"/>
            </a:lvl4pPr>
            <a:lvl5pPr marL="1828874" indent="0">
              <a:buNone/>
              <a:defRPr sz="1600" b="1"/>
            </a:lvl5pPr>
            <a:lvl6pPr marL="2286091" indent="0">
              <a:buNone/>
              <a:defRPr sz="1600" b="1"/>
            </a:lvl6pPr>
            <a:lvl7pPr marL="2743310" indent="0">
              <a:buNone/>
              <a:defRPr sz="1600" b="1"/>
            </a:lvl7pPr>
            <a:lvl8pPr marL="3200528" indent="0">
              <a:buNone/>
              <a:defRPr sz="1600" b="1"/>
            </a:lvl8pPr>
            <a:lvl9pPr marL="3657746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8" indent="0">
              <a:buNone/>
              <a:defRPr sz="2000" b="1"/>
            </a:lvl2pPr>
            <a:lvl3pPr marL="914436" indent="0">
              <a:buNone/>
              <a:defRPr sz="1800" b="1"/>
            </a:lvl3pPr>
            <a:lvl4pPr marL="1371654" indent="0">
              <a:buNone/>
              <a:defRPr sz="1600" b="1"/>
            </a:lvl4pPr>
            <a:lvl5pPr marL="1828874" indent="0">
              <a:buNone/>
              <a:defRPr sz="1600" b="1"/>
            </a:lvl5pPr>
            <a:lvl6pPr marL="2286091" indent="0">
              <a:buNone/>
              <a:defRPr sz="1600" b="1"/>
            </a:lvl6pPr>
            <a:lvl7pPr marL="2743310" indent="0">
              <a:buNone/>
              <a:defRPr sz="1600" b="1"/>
            </a:lvl7pPr>
            <a:lvl8pPr marL="3200528" indent="0">
              <a:buNone/>
              <a:defRPr sz="1600" b="1"/>
            </a:lvl8pPr>
            <a:lvl9pPr marL="3657746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10F0F-6BE7-422C-9868-811EDEE02BA8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79F0-40E9-4179-ADD5-942576E0F9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690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10F0F-6BE7-422C-9868-811EDEE02BA8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79F0-40E9-4179-ADD5-942576E0F9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231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10F0F-6BE7-422C-9868-811EDEE02BA8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79F0-40E9-4179-ADD5-942576E0F9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54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8" indent="0">
              <a:buNone/>
              <a:defRPr sz="1400"/>
            </a:lvl2pPr>
            <a:lvl3pPr marL="914436" indent="0">
              <a:buNone/>
              <a:defRPr sz="1200"/>
            </a:lvl3pPr>
            <a:lvl4pPr marL="1371654" indent="0">
              <a:buNone/>
              <a:defRPr sz="1000"/>
            </a:lvl4pPr>
            <a:lvl5pPr marL="1828874" indent="0">
              <a:buNone/>
              <a:defRPr sz="1000"/>
            </a:lvl5pPr>
            <a:lvl6pPr marL="2286091" indent="0">
              <a:buNone/>
              <a:defRPr sz="1000"/>
            </a:lvl6pPr>
            <a:lvl7pPr marL="2743310" indent="0">
              <a:buNone/>
              <a:defRPr sz="1000"/>
            </a:lvl7pPr>
            <a:lvl8pPr marL="3200528" indent="0">
              <a:buNone/>
              <a:defRPr sz="1000"/>
            </a:lvl8pPr>
            <a:lvl9pPr marL="3657746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10F0F-6BE7-422C-9868-811EDEE02BA8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79F0-40E9-4179-ADD5-942576E0F9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719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18" indent="0">
              <a:buNone/>
              <a:defRPr sz="2800"/>
            </a:lvl2pPr>
            <a:lvl3pPr marL="914436" indent="0">
              <a:buNone/>
              <a:defRPr sz="2400"/>
            </a:lvl3pPr>
            <a:lvl4pPr marL="1371654" indent="0">
              <a:buNone/>
              <a:defRPr sz="2000"/>
            </a:lvl4pPr>
            <a:lvl5pPr marL="1828874" indent="0">
              <a:buNone/>
              <a:defRPr sz="2000"/>
            </a:lvl5pPr>
            <a:lvl6pPr marL="2286091" indent="0">
              <a:buNone/>
              <a:defRPr sz="2000"/>
            </a:lvl6pPr>
            <a:lvl7pPr marL="2743310" indent="0">
              <a:buNone/>
              <a:defRPr sz="2000"/>
            </a:lvl7pPr>
            <a:lvl8pPr marL="3200528" indent="0">
              <a:buNone/>
              <a:defRPr sz="2000"/>
            </a:lvl8pPr>
            <a:lvl9pPr marL="3657746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8" indent="0">
              <a:buNone/>
              <a:defRPr sz="1400"/>
            </a:lvl2pPr>
            <a:lvl3pPr marL="914436" indent="0">
              <a:buNone/>
              <a:defRPr sz="1200"/>
            </a:lvl3pPr>
            <a:lvl4pPr marL="1371654" indent="0">
              <a:buNone/>
              <a:defRPr sz="1000"/>
            </a:lvl4pPr>
            <a:lvl5pPr marL="1828874" indent="0">
              <a:buNone/>
              <a:defRPr sz="1000"/>
            </a:lvl5pPr>
            <a:lvl6pPr marL="2286091" indent="0">
              <a:buNone/>
              <a:defRPr sz="1000"/>
            </a:lvl6pPr>
            <a:lvl7pPr marL="2743310" indent="0">
              <a:buNone/>
              <a:defRPr sz="1000"/>
            </a:lvl7pPr>
            <a:lvl8pPr marL="3200528" indent="0">
              <a:buNone/>
              <a:defRPr sz="1000"/>
            </a:lvl8pPr>
            <a:lvl9pPr marL="3657746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10F0F-6BE7-422C-9868-811EDEE02BA8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79F0-40E9-4179-ADD5-942576E0F9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12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10F0F-6BE7-422C-9868-811EDEE02BA8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79F0-40E9-4179-ADD5-942576E0F9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993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10F0F-6BE7-422C-9868-811EDEE02BA8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79F0-40E9-4179-ADD5-942576E0F9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732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10F0F-6BE7-422C-9868-811EDEE02BA8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C79F0-40E9-4179-ADD5-942576E0F9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83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3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9" indent="-228609" algn="l" defTabSz="91443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28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46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64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82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01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18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37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56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8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6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54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74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91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10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28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46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>
            <a:extLst>
              <a:ext uri="{FF2B5EF4-FFF2-40B4-BE49-F238E27FC236}">
                <a16:creationId xmlns:a16="http://schemas.microsoft.com/office/drawing/2014/main" id="{27E07027-3FE7-4475-A941-AE582AC2B11C}"/>
              </a:ext>
            </a:extLst>
          </p:cNvPr>
          <p:cNvSpPr/>
          <p:nvPr/>
        </p:nvSpPr>
        <p:spPr>
          <a:xfrm>
            <a:off x="752538" y="3295518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590EE1DA-6268-4469-A6A6-7DECEAA0588C}"/>
              </a:ext>
            </a:extLst>
          </p:cNvPr>
          <p:cNvSpPr/>
          <p:nvPr/>
        </p:nvSpPr>
        <p:spPr>
          <a:xfrm>
            <a:off x="904938" y="3447918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9A3B3585-0229-4270-8A7E-3DF3F18A492D}"/>
              </a:ext>
            </a:extLst>
          </p:cNvPr>
          <p:cNvSpPr/>
          <p:nvPr/>
        </p:nvSpPr>
        <p:spPr>
          <a:xfrm>
            <a:off x="1057338" y="3600318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5E1236-FF03-4B50-80D3-A4CF3AE699AB}"/>
              </a:ext>
            </a:extLst>
          </p:cNvPr>
          <p:cNvSpPr/>
          <p:nvPr/>
        </p:nvSpPr>
        <p:spPr>
          <a:xfrm>
            <a:off x="752538" y="1534229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5DC6CE-5569-4E1A-97E5-31C79B3EFFE9}"/>
              </a:ext>
            </a:extLst>
          </p:cNvPr>
          <p:cNvSpPr/>
          <p:nvPr/>
        </p:nvSpPr>
        <p:spPr>
          <a:xfrm>
            <a:off x="752538" y="1785840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FF141E-A9F2-49BA-B69E-53F08D6DD864}"/>
              </a:ext>
            </a:extLst>
          </p:cNvPr>
          <p:cNvSpPr/>
          <p:nvPr/>
        </p:nvSpPr>
        <p:spPr>
          <a:xfrm>
            <a:off x="752538" y="2037454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50F306-30FB-4202-AAAC-02F046510A30}"/>
              </a:ext>
            </a:extLst>
          </p:cNvPr>
          <p:cNvSpPr/>
          <p:nvPr/>
        </p:nvSpPr>
        <p:spPr>
          <a:xfrm>
            <a:off x="752538" y="2540679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28498B-B560-4E6E-A28E-62624047443E}"/>
              </a:ext>
            </a:extLst>
          </p:cNvPr>
          <p:cNvSpPr/>
          <p:nvPr/>
        </p:nvSpPr>
        <p:spPr>
          <a:xfrm>
            <a:off x="752538" y="2792294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076963-0F40-4B43-8F0D-1A10B6B4EAE5}"/>
              </a:ext>
            </a:extLst>
          </p:cNvPr>
          <p:cNvSpPr/>
          <p:nvPr/>
        </p:nvSpPr>
        <p:spPr>
          <a:xfrm>
            <a:off x="752538" y="3043907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A450B4E-4527-47CE-9334-5DAC58ECF706}"/>
              </a:ext>
            </a:extLst>
          </p:cNvPr>
          <p:cNvSpPr txBox="1"/>
          <p:nvPr/>
        </p:nvSpPr>
        <p:spPr>
          <a:xfrm>
            <a:off x="669745" y="2253292"/>
            <a:ext cx="510461" cy="2757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1"/>
                </a:solidFill>
              </a:rPr>
              <a:t>…</a:t>
            </a:r>
            <a:endParaRPr lang="zh-CN" altLang="en-US" sz="2117" dirty="0">
              <a:solidFill>
                <a:schemeClr val="accent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79CAF6E-F46A-4A6D-90E7-9D335F83A6B2}"/>
              </a:ext>
            </a:extLst>
          </p:cNvPr>
          <p:cNvSpPr/>
          <p:nvPr/>
        </p:nvSpPr>
        <p:spPr>
          <a:xfrm>
            <a:off x="904938" y="1686629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9F0B1B5-059A-4ABD-B9CB-74534CA1DCAB}"/>
              </a:ext>
            </a:extLst>
          </p:cNvPr>
          <p:cNvSpPr/>
          <p:nvPr/>
        </p:nvSpPr>
        <p:spPr>
          <a:xfrm>
            <a:off x="904938" y="1938240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84D82BA-2717-409B-80A1-44DF9986C953}"/>
              </a:ext>
            </a:extLst>
          </p:cNvPr>
          <p:cNvSpPr/>
          <p:nvPr/>
        </p:nvSpPr>
        <p:spPr>
          <a:xfrm>
            <a:off x="904938" y="2189854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AB70780-5224-4A5E-921A-0572FB051DFA}"/>
              </a:ext>
            </a:extLst>
          </p:cNvPr>
          <p:cNvSpPr/>
          <p:nvPr/>
        </p:nvSpPr>
        <p:spPr>
          <a:xfrm>
            <a:off x="904938" y="2693079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BC947A2-4A82-45BE-85BC-1ED89848BAA7}"/>
              </a:ext>
            </a:extLst>
          </p:cNvPr>
          <p:cNvSpPr/>
          <p:nvPr/>
        </p:nvSpPr>
        <p:spPr>
          <a:xfrm>
            <a:off x="904938" y="2944694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91A0D2-0AAC-45FA-A467-23A53318B1BA}"/>
              </a:ext>
            </a:extLst>
          </p:cNvPr>
          <p:cNvSpPr/>
          <p:nvPr/>
        </p:nvSpPr>
        <p:spPr>
          <a:xfrm>
            <a:off x="904938" y="3196307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E74F3C1-B5BD-4365-BF54-14ECC171EC60}"/>
              </a:ext>
            </a:extLst>
          </p:cNvPr>
          <p:cNvSpPr txBox="1"/>
          <p:nvPr/>
        </p:nvSpPr>
        <p:spPr>
          <a:xfrm>
            <a:off x="822145" y="2405692"/>
            <a:ext cx="510461" cy="2757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2"/>
                </a:solidFill>
              </a:rPr>
              <a:t>…</a:t>
            </a:r>
            <a:endParaRPr lang="zh-CN" altLang="en-US" sz="2117" dirty="0">
              <a:solidFill>
                <a:schemeClr val="accent2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AB90DB7-B8CF-495D-B3EB-FD21BB2C3194}"/>
              </a:ext>
            </a:extLst>
          </p:cNvPr>
          <p:cNvSpPr/>
          <p:nvPr/>
        </p:nvSpPr>
        <p:spPr>
          <a:xfrm>
            <a:off x="1057338" y="1839029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327918F-AEE2-46ED-ABCD-C6525545B6A8}"/>
              </a:ext>
            </a:extLst>
          </p:cNvPr>
          <p:cNvSpPr/>
          <p:nvPr/>
        </p:nvSpPr>
        <p:spPr>
          <a:xfrm>
            <a:off x="1057338" y="2090640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0AEE405-0FF5-4578-A162-10AC4FFF39A1}"/>
              </a:ext>
            </a:extLst>
          </p:cNvPr>
          <p:cNvSpPr/>
          <p:nvPr/>
        </p:nvSpPr>
        <p:spPr>
          <a:xfrm>
            <a:off x="1057338" y="2342254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BDBAA83-B437-43A4-B21A-C8DEF946762C}"/>
              </a:ext>
            </a:extLst>
          </p:cNvPr>
          <p:cNvSpPr/>
          <p:nvPr/>
        </p:nvSpPr>
        <p:spPr>
          <a:xfrm>
            <a:off x="1057338" y="2845479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ECE7C08-41D3-4F08-8F98-772A1F73E8CF}"/>
              </a:ext>
            </a:extLst>
          </p:cNvPr>
          <p:cNvSpPr/>
          <p:nvPr/>
        </p:nvSpPr>
        <p:spPr>
          <a:xfrm>
            <a:off x="1057338" y="3097094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BD07A0-70EB-4E7D-BC1D-ACA650C2DB35}"/>
              </a:ext>
            </a:extLst>
          </p:cNvPr>
          <p:cNvSpPr/>
          <p:nvPr/>
        </p:nvSpPr>
        <p:spPr>
          <a:xfrm>
            <a:off x="1057338" y="3348707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A3BF593-1EFB-40DE-BF83-99B839D83F98}"/>
              </a:ext>
            </a:extLst>
          </p:cNvPr>
          <p:cNvSpPr txBox="1"/>
          <p:nvPr/>
        </p:nvSpPr>
        <p:spPr>
          <a:xfrm>
            <a:off x="974545" y="2558092"/>
            <a:ext cx="510461" cy="2757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3"/>
                </a:solidFill>
              </a:rPr>
              <a:t>…</a:t>
            </a:r>
            <a:endParaRPr lang="zh-CN" altLang="en-US" sz="2117" dirty="0">
              <a:solidFill>
                <a:schemeClr val="accent3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1F26D77-7A54-4EBE-93D2-BF2B50737B5D}"/>
              </a:ext>
            </a:extLst>
          </p:cNvPr>
          <p:cNvSpPr/>
          <p:nvPr/>
        </p:nvSpPr>
        <p:spPr>
          <a:xfrm>
            <a:off x="1209738" y="1991429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4EC93DA-BABC-4056-B457-62EF75D62FA4}"/>
              </a:ext>
            </a:extLst>
          </p:cNvPr>
          <p:cNvSpPr/>
          <p:nvPr/>
        </p:nvSpPr>
        <p:spPr>
          <a:xfrm>
            <a:off x="1209738" y="2243040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4678F9E-AF9A-4124-96E7-E89D6B543BF4}"/>
              </a:ext>
            </a:extLst>
          </p:cNvPr>
          <p:cNvSpPr/>
          <p:nvPr/>
        </p:nvSpPr>
        <p:spPr>
          <a:xfrm>
            <a:off x="1209738" y="2494654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8BD67B3-4542-4DB6-B5D2-47FB23C22B00}"/>
              </a:ext>
            </a:extLst>
          </p:cNvPr>
          <p:cNvSpPr/>
          <p:nvPr/>
        </p:nvSpPr>
        <p:spPr>
          <a:xfrm>
            <a:off x="1209738" y="2997879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7FFB7CB-D990-4280-8919-A3FF26DAA4EF}"/>
              </a:ext>
            </a:extLst>
          </p:cNvPr>
          <p:cNvSpPr/>
          <p:nvPr/>
        </p:nvSpPr>
        <p:spPr>
          <a:xfrm>
            <a:off x="1209738" y="3249494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2608CA2-C9E0-43EF-9DE2-B17BF13F8E77}"/>
              </a:ext>
            </a:extLst>
          </p:cNvPr>
          <p:cNvSpPr/>
          <p:nvPr/>
        </p:nvSpPr>
        <p:spPr>
          <a:xfrm>
            <a:off x="1209738" y="3501107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A0FBA35-8944-4455-BB41-5AC6C8B4CAA7}"/>
              </a:ext>
            </a:extLst>
          </p:cNvPr>
          <p:cNvSpPr txBox="1"/>
          <p:nvPr/>
        </p:nvSpPr>
        <p:spPr>
          <a:xfrm>
            <a:off x="1162729" y="2703296"/>
            <a:ext cx="510461" cy="2757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4"/>
                </a:solidFill>
              </a:rPr>
              <a:t>…</a:t>
            </a:r>
            <a:endParaRPr lang="zh-CN" altLang="en-US" sz="2117" dirty="0">
              <a:solidFill>
                <a:schemeClr val="accent4"/>
              </a:solidFill>
            </a:endParaRPr>
          </a:p>
        </p:txBody>
      </p:sp>
      <p:graphicFrame>
        <p:nvGraphicFramePr>
          <p:cNvPr id="62" name="表格 62">
            <a:extLst>
              <a:ext uri="{FF2B5EF4-FFF2-40B4-BE49-F238E27FC236}">
                <a16:creationId xmlns:a16="http://schemas.microsoft.com/office/drawing/2014/main" id="{A5DB250D-583E-45B6-AFF1-98A4D1176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190499"/>
              </p:ext>
            </p:extLst>
          </p:nvPr>
        </p:nvGraphicFramePr>
        <p:xfrm>
          <a:off x="596515" y="4004333"/>
          <a:ext cx="1472177" cy="1454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77">
                  <a:extLst>
                    <a:ext uri="{9D8B030D-6E8A-4147-A177-3AD203B41FA5}">
                      <a16:colId xmlns:a16="http://schemas.microsoft.com/office/drawing/2014/main" val="2419504405"/>
                    </a:ext>
                  </a:extLst>
                </a:gridCol>
              </a:tblGrid>
              <a:tr h="309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Time*128</a:t>
                      </a:r>
                      <a:endParaRPr lang="zh-CN" altLang="en-US" sz="1400" b="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637486"/>
                  </a:ext>
                </a:extLst>
              </a:tr>
              <a:tr h="309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accent2"/>
                          </a:solidFill>
                        </a:rPr>
                        <a:t>Current*128</a:t>
                      </a:r>
                      <a:endParaRPr lang="zh-CN" altLang="en-US" sz="1400" b="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349795"/>
                  </a:ext>
                </a:extLst>
              </a:tr>
              <a:tr h="309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accent3"/>
                          </a:solidFill>
                        </a:rPr>
                        <a:t>Voltage*128</a:t>
                      </a:r>
                      <a:endParaRPr lang="zh-CN" altLang="en-US" sz="1400" b="0" dirty="0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544236"/>
                  </a:ext>
                </a:extLst>
              </a:tr>
              <a:tr h="52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accent4"/>
                          </a:solidFill>
                        </a:rPr>
                        <a:t>Temperature*128</a:t>
                      </a:r>
                      <a:endParaRPr lang="zh-CN" altLang="en-US" sz="1400" b="0" dirty="0">
                        <a:solidFill>
                          <a:schemeClr val="accent4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992191"/>
                  </a:ext>
                </a:extLst>
              </a:tr>
            </a:tbl>
          </a:graphicData>
        </a:graphic>
      </p:graphicFrame>
      <p:sp>
        <p:nvSpPr>
          <p:cNvPr id="124" name="文本框 123">
            <a:extLst>
              <a:ext uri="{FF2B5EF4-FFF2-40B4-BE49-F238E27FC236}">
                <a16:creationId xmlns:a16="http://schemas.microsoft.com/office/drawing/2014/main" id="{B4882BA3-3412-4BB8-9509-FE4CEB23031D}"/>
              </a:ext>
            </a:extLst>
          </p:cNvPr>
          <p:cNvSpPr txBox="1"/>
          <p:nvPr/>
        </p:nvSpPr>
        <p:spPr>
          <a:xfrm rot="2999738">
            <a:off x="2506213" y="3400080"/>
            <a:ext cx="277467" cy="4181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117" dirty="0"/>
              <a:t>…</a:t>
            </a:r>
            <a:endParaRPr lang="zh-CN" altLang="en-US" sz="2117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B7D7BFBF-EF4F-4D39-8273-7D414DE5109C}"/>
              </a:ext>
            </a:extLst>
          </p:cNvPr>
          <p:cNvSpPr txBox="1"/>
          <p:nvPr/>
        </p:nvSpPr>
        <p:spPr>
          <a:xfrm rot="2999738">
            <a:off x="2529692" y="1372435"/>
            <a:ext cx="277467" cy="4181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117" dirty="0"/>
              <a:t>…</a:t>
            </a:r>
            <a:endParaRPr lang="zh-CN" altLang="en-US" sz="2117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4967FAFF-30B1-48BE-B870-B57A67F7009B}"/>
              </a:ext>
            </a:extLst>
          </p:cNvPr>
          <p:cNvSpPr txBox="1"/>
          <p:nvPr/>
        </p:nvSpPr>
        <p:spPr>
          <a:xfrm rot="2999738">
            <a:off x="2512649" y="2395216"/>
            <a:ext cx="277467" cy="4181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117" dirty="0"/>
              <a:t>…</a:t>
            </a:r>
            <a:endParaRPr lang="zh-CN" altLang="en-US" sz="2117" dirty="0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B8EEB373-CFA5-4A62-AD33-DA7AE7AEC3F9}"/>
              </a:ext>
            </a:extLst>
          </p:cNvPr>
          <p:cNvSpPr/>
          <p:nvPr/>
        </p:nvSpPr>
        <p:spPr>
          <a:xfrm>
            <a:off x="752538" y="1291796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A2CD3816-132A-4186-842F-A226E75E1F2E}"/>
              </a:ext>
            </a:extLst>
          </p:cNvPr>
          <p:cNvSpPr/>
          <p:nvPr/>
        </p:nvSpPr>
        <p:spPr>
          <a:xfrm>
            <a:off x="1209738" y="3752718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18C5F636-853D-435F-BC87-8CF1C25D9B41}"/>
              </a:ext>
            </a:extLst>
          </p:cNvPr>
          <p:cNvSpPr/>
          <p:nvPr/>
        </p:nvSpPr>
        <p:spPr>
          <a:xfrm>
            <a:off x="904938" y="1435014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5A09BEC3-2F28-4D80-A569-B236D2125710}"/>
              </a:ext>
            </a:extLst>
          </p:cNvPr>
          <p:cNvSpPr/>
          <p:nvPr/>
        </p:nvSpPr>
        <p:spPr>
          <a:xfrm>
            <a:off x="1057337" y="1587490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A6FB50A3-3C95-4CB9-BCE0-7E74BBB5447E}"/>
              </a:ext>
            </a:extLst>
          </p:cNvPr>
          <p:cNvSpPr/>
          <p:nvPr/>
        </p:nvSpPr>
        <p:spPr>
          <a:xfrm>
            <a:off x="1210257" y="1736234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67344FDC-5808-4791-9818-8B2496D05F34}"/>
              </a:ext>
            </a:extLst>
          </p:cNvPr>
          <p:cNvSpPr/>
          <p:nvPr/>
        </p:nvSpPr>
        <p:spPr>
          <a:xfrm>
            <a:off x="1846611" y="2920560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81A2292B-6651-4CCB-AF09-C1DAD41511FB}"/>
              </a:ext>
            </a:extLst>
          </p:cNvPr>
          <p:cNvSpPr/>
          <p:nvPr/>
        </p:nvSpPr>
        <p:spPr>
          <a:xfrm>
            <a:off x="1999011" y="3072960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F39F34EB-0FD2-4093-99E2-4D192398CBF4}"/>
              </a:ext>
            </a:extLst>
          </p:cNvPr>
          <p:cNvSpPr/>
          <p:nvPr/>
        </p:nvSpPr>
        <p:spPr>
          <a:xfrm>
            <a:off x="2151411" y="3225360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E49FB6E7-2443-4EC0-8940-9DC89F04EB90}"/>
              </a:ext>
            </a:extLst>
          </p:cNvPr>
          <p:cNvSpPr/>
          <p:nvPr/>
        </p:nvSpPr>
        <p:spPr>
          <a:xfrm>
            <a:off x="1846611" y="1159271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FC7AF6F4-92FD-48D1-BDD5-A4AFCED8098C}"/>
              </a:ext>
            </a:extLst>
          </p:cNvPr>
          <p:cNvSpPr/>
          <p:nvPr/>
        </p:nvSpPr>
        <p:spPr>
          <a:xfrm>
            <a:off x="1846611" y="1410882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C7336FA6-E577-407E-9213-0350B34FEF5F}"/>
              </a:ext>
            </a:extLst>
          </p:cNvPr>
          <p:cNvSpPr/>
          <p:nvPr/>
        </p:nvSpPr>
        <p:spPr>
          <a:xfrm>
            <a:off x="1846611" y="1662495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81C1E13C-A09B-415D-8324-9E9ABF784BB5}"/>
              </a:ext>
            </a:extLst>
          </p:cNvPr>
          <p:cNvSpPr/>
          <p:nvPr/>
        </p:nvSpPr>
        <p:spPr>
          <a:xfrm>
            <a:off x="1846611" y="2165721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C159300B-B685-4CEB-B2A0-8584BA1646A4}"/>
              </a:ext>
            </a:extLst>
          </p:cNvPr>
          <p:cNvSpPr/>
          <p:nvPr/>
        </p:nvSpPr>
        <p:spPr>
          <a:xfrm>
            <a:off x="1846611" y="2417334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CAA538BB-298B-4D59-AB38-C58082FBB505}"/>
              </a:ext>
            </a:extLst>
          </p:cNvPr>
          <p:cNvSpPr/>
          <p:nvPr/>
        </p:nvSpPr>
        <p:spPr>
          <a:xfrm>
            <a:off x="1846611" y="2668949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9F7603B7-542A-4D79-B500-C7116FDA84EF}"/>
              </a:ext>
            </a:extLst>
          </p:cNvPr>
          <p:cNvSpPr txBox="1"/>
          <p:nvPr/>
        </p:nvSpPr>
        <p:spPr>
          <a:xfrm>
            <a:off x="1793418" y="1859023"/>
            <a:ext cx="510461" cy="2325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1"/>
                </a:solidFill>
              </a:rPr>
              <a:t>…</a:t>
            </a:r>
            <a:endParaRPr lang="zh-CN" altLang="en-US" sz="2117" dirty="0">
              <a:solidFill>
                <a:schemeClr val="accent1"/>
              </a:solidFill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2D675049-7633-4CE7-BA98-B22553E62159}"/>
              </a:ext>
            </a:extLst>
          </p:cNvPr>
          <p:cNvSpPr/>
          <p:nvPr/>
        </p:nvSpPr>
        <p:spPr>
          <a:xfrm>
            <a:off x="1999011" y="1311671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B485C747-08AE-4EA2-AD73-843C145EAD23}"/>
              </a:ext>
            </a:extLst>
          </p:cNvPr>
          <p:cNvSpPr/>
          <p:nvPr/>
        </p:nvSpPr>
        <p:spPr>
          <a:xfrm>
            <a:off x="1999011" y="1563282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015B057B-BCF4-4E73-8B3B-455D3EB2A755}"/>
              </a:ext>
            </a:extLst>
          </p:cNvPr>
          <p:cNvSpPr/>
          <p:nvPr/>
        </p:nvSpPr>
        <p:spPr>
          <a:xfrm>
            <a:off x="1999011" y="1814895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BEE06511-A5A5-451A-AC97-48A1E96317D4}"/>
              </a:ext>
            </a:extLst>
          </p:cNvPr>
          <p:cNvSpPr/>
          <p:nvPr/>
        </p:nvSpPr>
        <p:spPr>
          <a:xfrm>
            <a:off x="1999011" y="2318121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D99EF82F-3B7D-4F9C-B4F3-E8A317535E93}"/>
              </a:ext>
            </a:extLst>
          </p:cNvPr>
          <p:cNvSpPr/>
          <p:nvPr/>
        </p:nvSpPr>
        <p:spPr>
          <a:xfrm>
            <a:off x="1999011" y="2569734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51322D9D-AB3E-4EF9-912C-46C60F819C2C}"/>
              </a:ext>
            </a:extLst>
          </p:cNvPr>
          <p:cNvSpPr/>
          <p:nvPr/>
        </p:nvSpPr>
        <p:spPr>
          <a:xfrm>
            <a:off x="1999011" y="2821349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F8B438DD-C39D-4960-90A7-50C65607BAEC}"/>
              </a:ext>
            </a:extLst>
          </p:cNvPr>
          <p:cNvSpPr txBox="1"/>
          <p:nvPr/>
        </p:nvSpPr>
        <p:spPr>
          <a:xfrm>
            <a:off x="1945821" y="2011424"/>
            <a:ext cx="510461" cy="2325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2"/>
                </a:solidFill>
              </a:rPr>
              <a:t>…</a:t>
            </a:r>
            <a:endParaRPr lang="zh-CN" altLang="en-US" sz="2117" dirty="0">
              <a:solidFill>
                <a:schemeClr val="accent2"/>
              </a:solidFill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09F0937D-898D-43BA-9905-51D5925DF6D1}"/>
              </a:ext>
            </a:extLst>
          </p:cNvPr>
          <p:cNvSpPr/>
          <p:nvPr/>
        </p:nvSpPr>
        <p:spPr>
          <a:xfrm>
            <a:off x="2151411" y="1464071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14C56296-66C8-4F15-BF4A-14A2AFAF6A5F}"/>
              </a:ext>
            </a:extLst>
          </p:cNvPr>
          <p:cNvSpPr/>
          <p:nvPr/>
        </p:nvSpPr>
        <p:spPr>
          <a:xfrm>
            <a:off x="2151411" y="1715682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CC6E72FA-28E2-4CC3-81B8-F482EAA9E1F6}"/>
              </a:ext>
            </a:extLst>
          </p:cNvPr>
          <p:cNvSpPr/>
          <p:nvPr/>
        </p:nvSpPr>
        <p:spPr>
          <a:xfrm>
            <a:off x="2151411" y="1967295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E6C81689-D541-4CFE-8063-D4A8FD87C807}"/>
              </a:ext>
            </a:extLst>
          </p:cNvPr>
          <p:cNvSpPr/>
          <p:nvPr/>
        </p:nvSpPr>
        <p:spPr>
          <a:xfrm>
            <a:off x="2151411" y="2470521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891D6E9E-4832-418F-AF62-9753D8840E75}"/>
              </a:ext>
            </a:extLst>
          </p:cNvPr>
          <p:cNvSpPr/>
          <p:nvPr/>
        </p:nvSpPr>
        <p:spPr>
          <a:xfrm>
            <a:off x="2151411" y="2722134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40FE2A7D-FAEC-45DE-A244-30D98B1D83A4}"/>
              </a:ext>
            </a:extLst>
          </p:cNvPr>
          <p:cNvSpPr/>
          <p:nvPr/>
        </p:nvSpPr>
        <p:spPr>
          <a:xfrm>
            <a:off x="2151411" y="2973749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B82D1E35-C906-4500-A732-44F13B724038}"/>
              </a:ext>
            </a:extLst>
          </p:cNvPr>
          <p:cNvSpPr txBox="1"/>
          <p:nvPr/>
        </p:nvSpPr>
        <p:spPr>
          <a:xfrm>
            <a:off x="2098219" y="2163824"/>
            <a:ext cx="510461" cy="2325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3"/>
                </a:solidFill>
              </a:rPr>
              <a:t>…</a:t>
            </a:r>
            <a:endParaRPr lang="zh-CN" altLang="en-US" sz="2117" dirty="0">
              <a:solidFill>
                <a:schemeClr val="accent3"/>
              </a:solidFill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7F11FCCA-D4C2-4E78-B429-A84962623B11}"/>
              </a:ext>
            </a:extLst>
          </p:cNvPr>
          <p:cNvSpPr/>
          <p:nvPr/>
        </p:nvSpPr>
        <p:spPr>
          <a:xfrm>
            <a:off x="2303811" y="1616471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3A75602A-B40C-4E94-8933-D76C6243FBAC}"/>
              </a:ext>
            </a:extLst>
          </p:cNvPr>
          <p:cNvSpPr/>
          <p:nvPr/>
        </p:nvSpPr>
        <p:spPr>
          <a:xfrm>
            <a:off x="2303811" y="1868082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C4F69432-5A1F-4844-A462-06B39AB89E48}"/>
              </a:ext>
            </a:extLst>
          </p:cNvPr>
          <p:cNvSpPr/>
          <p:nvPr/>
        </p:nvSpPr>
        <p:spPr>
          <a:xfrm>
            <a:off x="2303811" y="2119695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4CCB87DC-D8DB-487B-8FD0-1178DA8CB162}"/>
              </a:ext>
            </a:extLst>
          </p:cNvPr>
          <p:cNvSpPr/>
          <p:nvPr/>
        </p:nvSpPr>
        <p:spPr>
          <a:xfrm>
            <a:off x="2303811" y="2622921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823FC50B-ED93-452F-B028-B8DE3AFFBF44}"/>
              </a:ext>
            </a:extLst>
          </p:cNvPr>
          <p:cNvSpPr/>
          <p:nvPr/>
        </p:nvSpPr>
        <p:spPr>
          <a:xfrm>
            <a:off x="2303811" y="2874534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4B5D4BA9-3ADA-4441-9ED7-41D074AF2BD5}"/>
              </a:ext>
            </a:extLst>
          </p:cNvPr>
          <p:cNvSpPr/>
          <p:nvPr/>
        </p:nvSpPr>
        <p:spPr>
          <a:xfrm>
            <a:off x="2303811" y="3126149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D905FFAE-E2C6-4AFA-9F06-B60BF6C989B6}"/>
              </a:ext>
            </a:extLst>
          </p:cNvPr>
          <p:cNvSpPr txBox="1"/>
          <p:nvPr/>
        </p:nvSpPr>
        <p:spPr>
          <a:xfrm>
            <a:off x="2250621" y="2316224"/>
            <a:ext cx="510461" cy="2325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4"/>
                </a:solidFill>
              </a:rPr>
              <a:t>…</a:t>
            </a:r>
            <a:endParaRPr lang="zh-CN" altLang="en-US" sz="2117" dirty="0">
              <a:solidFill>
                <a:schemeClr val="accent4"/>
              </a:solidFill>
            </a:endParaRP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3F83D90E-3691-425B-ADB3-FBA490FF7B07}"/>
              </a:ext>
            </a:extLst>
          </p:cNvPr>
          <p:cNvSpPr/>
          <p:nvPr/>
        </p:nvSpPr>
        <p:spPr>
          <a:xfrm>
            <a:off x="1846611" y="916838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AB0282CD-ED6F-4F0F-A344-B1523984CB12}"/>
              </a:ext>
            </a:extLst>
          </p:cNvPr>
          <p:cNvSpPr/>
          <p:nvPr/>
        </p:nvSpPr>
        <p:spPr>
          <a:xfrm>
            <a:off x="2303811" y="3377760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B0113B04-3B47-414C-AE8F-A71497DA89AA}"/>
              </a:ext>
            </a:extLst>
          </p:cNvPr>
          <p:cNvSpPr/>
          <p:nvPr/>
        </p:nvSpPr>
        <p:spPr>
          <a:xfrm>
            <a:off x="1999011" y="1060056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818A1053-CACE-4859-9B0B-2136A4084087}"/>
              </a:ext>
            </a:extLst>
          </p:cNvPr>
          <p:cNvSpPr/>
          <p:nvPr/>
        </p:nvSpPr>
        <p:spPr>
          <a:xfrm>
            <a:off x="2151410" y="1212532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6A400144-54E0-4C19-8F9A-4BB5AA845549}"/>
              </a:ext>
            </a:extLst>
          </p:cNvPr>
          <p:cNvSpPr/>
          <p:nvPr/>
        </p:nvSpPr>
        <p:spPr>
          <a:xfrm>
            <a:off x="2304330" y="1361275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E5412058-8D90-4106-A62C-7E44496208E4}"/>
              </a:ext>
            </a:extLst>
          </p:cNvPr>
          <p:cNvSpPr/>
          <p:nvPr/>
        </p:nvSpPr>
        <p:spPr>
          <a:xfrm>
            <a:off x="2754175" y="3844492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10596BEA-4FD4-4B2C-AB7E-4BAFD73BF8BA}"/>
              </a:ext>
            </a:extLst>
          </p:cNvPr>
          <p:cNvSpPr/>
          <p:nvPr/>
        </p:nvSpPr>
        <p:spPr>
          <a:xfrm>
            <a:off x="2906575" y="3996892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8B63B692-99F2-4283-989B-395CE92EADB3}"/>
              </a:ext>
            </a:extLst>
          </p:cNvPr>
          <p:cNvSpPr/>
          <p:nvPr/>
        </p:nvSpPr>
        <p:spPr>
          <a:xfrm>
            <a:off x="3058975" y="4149292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A0C1F814-BF35-47A2-A909-7F8C92D89A9E}"/>
              </a:ext>
            </a:extLst>
          </p:cNvPr>
          <p:cNvSpPr/>
          <p:nvPr/>
        </p:nvSpPr>
        <p:spPr>
          <a:xfrm>
            <a:off x="2754175" y="2083199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281BBFE3-91B9-4013-B3A0-3FEC171C9680}"/>
              </a:ext>
            </a:extLst>
          </p:cNvPr>
          <p:cNvSpPr/>
          <p:nvPr/>
        </p:nvSpPr>
        <p:spPr>
          <a:xfrm>
            <a:off x="2754175" y="2334814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725CDC53-B10C-4307-B12A-AAC43E9DF17E}"/>
              </a:ext>
            </a:extLst>
          </p:cNvPr>
          <p:cNvSpPr/>
          <p:nvPr/>
        </p:nvSpPr>
        <p:spPr>
          <a:xfrm>
            <a:off x="2754175" y="2586427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C04B1D06-8089-4B2A-B663-AE2CF9545367}"/>
              </a:ext>
            </a:extLst>
          </p:cNvPr>
          <p:cNvSpPr/>
          <p:nvPr/>
        </p:nvSpPr>
        <p:spPr>
          <a:xfrm>
            <a:off x="2754175" y="3089653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14874BBF-DCA7-4377-A3CE-FD2F07715048}"/>
              </a:ext>
            </a:extLst>
          </p:cNvPr>
          <p:cNvSpPr/>
          <p:nvPr/>
        </p:nvSpPr>
        <p:spPr>
          <a:xfrm>
            <a:off x="2754175" y="3341266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7B3D4204-0A47-4DF6-9593-6F58D7A7BACD}"/>
              </a:ext>
            </a:extLst>
          </p:cNvPr>
          <p:cNvSpPr/>
          <p:nvPr/>
        </p:nvSpPr>
        <p:spPr>
          <a:xfrm>
            <a:off x="2754175" y="3592877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A198724C-AB60-42E3-A17A-3965689CB36A}"/>
              </a:ext>
            </a:extLst>
          </p:cNvPr>
          <p:cNvSpPr txBox="1"/>
          <p:nvPr/>
        </p:nvSpPr>
        <p:spPr>
          <a:xfrm>
            <a:off x="2700989" y="2782960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1"/>
                </a:solidFill>
              </a:rPr>
              <a:t>…</a:t>
            </a:r>
            <a:endParaRPr lang="zh-CN" altLang="en-US" sz="2117" dirty="0">
              <a:solidFill>
                <a:schemeClr val="accent1"/>
              </a:solidFill>
            </a:endParaRPr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FFDFBFE3-067D-485A-989E-DF423A5A343D}"/>
              </a:ext>
            </a:extLst>
          </p:cNvPr>
          <p:cNvSpPr/>
          <p:nvPr/>
        </p:nvSpPr>
        <p:spPr>
          <a:xfrm>
            <a:off x="2906575" y="2235599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DF7DAF68-5FCD-4152-B638-D01DFBCCE6BE}"/>
              </a:ext>
            </a:extLst>
          </p:cNvPr>
          <p:cNvSpPr/>
          <p:nvPr/>
        </p:nvSpPr>
        <p:spPr>
          <a:xfrm>
            <a:off x="2906575" y="2487214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B541EC7D-3F99-46D2-BA81-894B2A4DC62B}"/>
              </a:ext>
            </a:extLst>
          </p:cNvPr>
          <p:cNvSpPr/>
          <p:nvPr/>
        </p:nvSpPr>
        <p:spPr>
          <a:xfrm>
            <a:off x="2906575" y="2738827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773E7A09-1B43-404B-B30B-1D6F81CA8406}"/>
              </a:ext>
            </a:extLst>
          </p:cNvPr>
          <p:cNvSpPr/>
          <p:nvPr/>
        </p:nvSpPr>
        <p:spPr>
          <a:xfrm>
            <a:off x="2906575" y="3242053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04DF655F-1E12-4A51-A77F-8DC3A5F592A1}"/>
              </a:ext>
            </a:extLst>
          </p:cNvPr>
          <p:cNvSpPr/>
          <p:nvPr/>
        </p:nvSpPr>
        <p:spPr>
          <a:xfrm>
            <a:off x="2906575" y="3493666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2D34CDA9-C7B8-4FE8-9732-95E4ADF5CB01}"/>
              </a:ext>
            </a:extLst>
          </p:cNvPr>
          <p:cNvSpPr/>
          <p:nvPr/>
        </p:nvSpPr>
        <p:spPr>
          <a:xfrm>
            <a:off x="2906575" y="3745277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B6102FB1-83D7-4367-BD18-8490FD0BAC98}"/>
              </a:ext>
            </a:extLst>
          </p:cNvPr>
          <p:cNvSpPr txBox="1"/>
          <p:nvPr/>
        </p:nvSpPr>
        <p:spPr>
          <a:xfrm>
            <a:off x="2853387" y="2935360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2"/>
                </a:solidFill>
              </a:rPr>
              <a:t>…</a:t>
            </a:r>
            <a:endParaRPr lang="zh-CN" altLang="en-US" sz="2117" dirty="0">
              <a:solidFill>
                <a:schemeClr val="accent2"/>
              </a:solidFill>
            </a:endParaRPr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7D0F635A-6FD2-45A4-8381-E5A22CDD582B}"/>
              </a:ext>
            </a:extLst>
          </p:cNvPr>
          <p:cNvSpPr/>
          <p:nvPr/>
        </p:nvSpPr>
        <p:spPr>
          <a:xfrm>
            <a:off x="3058975" y="2387999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FE10D545-9ECE-4E49-A2D0-F676D6E62D3D}"/>
              </a:ext>
            </a:extLst>
          </p:cNvPr>
          <p:cNvSpPr/>
          <p:nvPr/>
        </p:nvSpPr>
        <p:spPr>
          <a:xfrm>
            <a:off x="3058975" y="2639614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6B1F3E11-7396-4B05-A7E0-0F486ED3E230}"/>
              </a:ext>
            </a:extLst>
          </p:cNvPr>
          <p:cNvSpPr/>
          <p:nvPr/>
        </p:nvSpPr>
        <p:spPr>
          <a:xfrm>
            <a:off x="3058975" y="2891227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CDAC82A6-7C78-4D4F-85D1-4CD618A4CEC1}"/>
              </a:ext>
            </a:extLst>
          </p:cNvPr>
          <p:cNvSpPr/>
          <p:nvPr/>
        </p:nvSpPr>
        <p:spPr>
          <a:xfrm>
            <a:off x="3058975" y="3394453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2D464EB1-00F8-4B3C-B572-C8948CBBD6EB}"/>
              </a:ext>
            </a:extLst>
          </p:cNvPr>
          <p:cNvSpPr/>
          <p:nvPr/>
        </p:nvSpPr>
        <p:spPr>
          <a:xfrm>
            <a:off x="3058975" y="3646066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2A6A3DF4-CB7F-4DDE-BC98-33DA4D64A195}"/>
              </a:ext>
            </a:extLst>
          </p:cNvPr>
          <p:cNvSpPr/>
          <p:nvPr/>
        </p:nvSpPr>
        <p:spPr>
          <a:xfrm>
            <a:off x="3058975" y="3897677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CD02A099-44A4-436C-9D46-11D4E13D7B09}"/>
              </a:ext>
            </a:extLst>
          </p:cNvPr>
          <p:cNvSpPr txBox="1"/>
          <p:nvPr/>
        </p:nvSpPr>
        <p:spPr>
          <a:xfrm>
            <a:off x="3005789" y="3087760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3"/>
                </a:solidFill>
              </a:rPr>
              <a:t>…</a:t>
            </a:r>
            <a:endParaRPr lang="zh-CN" altLang="en-US" sz="2117" dirty="0">
              <a:solidFill>
                <a:schemeClr val="accent3"/>
              </a:solidFill>
            </a:endParaRP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05E81B8F-D3C1-4C69-9D1A-0CCD014CB87C}"/>
              </a:ext>
            </a:extLst>
          </p:cNvPr>
          <p:cNvSpPr/>
          <p:nvPr/>
        </p:nvSpPr>
        <p:spPr>
          <a:xfrm>
            <a:off x="3211375" y="2540399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B098E584-85B9-44B9-99E2-070270FFE996}"/>
              </a:ext>
            </a:extLst>
          </p:cNvPr>
          <p:cNvSpPr/>
          <p:nvPr/>
        </p:nvSpPr>
        <p:spPr>
          <a:xfrm>
            <a:off x="3211375" y="2792014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95D5FC5F-87A0-439C-9583-3325800B2A14}"/>
              </a:ext>
            </a:extLst>
          </p:cNvPr>
          <p:cNvSpPr/>
          <p:nvPr/>
        </p:nvSpPr>
        <p:spPr>
          <a:xfrm>
            <a:off x="3211375" y="3043627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CFBA98BD-814B-43E7-857D-CD4731BC4DC7}"/>
              </a:ext>
            </a:extLst>
          </p:cNvPr>
          <p:cNvSpPr/>
          <p:nvPr/>
        </p:nvSpPr>
        <p:spPr>
          <a:xfrm>
            <a:off x="3211375" y="3546853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A4326A26-AFCB-4D2F-9DA1-638FACED8933}"/>
              </a:ext>
            </a:extLst>
          </p:cNvPr>
          <p:cNvSpPr/>
          <p:nvPr/>
        </p:nvSpPr>
        <p:spPr>
          <a:xfrm>
            <a:off x="3211375" y="3798466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3A3DFD5F-6678-45D4-AF13-6C05F1E76979}"/>
              </a:ext>
            </a:extLst>
          </p:cNvPr>
          <p:cNvSpPr/>
          <p:nvPr/>
        </p:nvSpPr>
        <p:spPr>
          <a:xfrm>
            <a:off x="3211375" y="4050077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41546035-8DB8-48B7-BBA1-B109FFE20BBB}"/>
              </a:ext>
            </a:extLst>
          </p:cNvPr>
          <p:cNvSpPr txBox="1"/>
          <p:nvPr/>
        </p:nvSpPr>
        <p:spPr>
          <a:xfrm>
            <a:off x="3158188" y="3240160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4"/>
                </a:solidFill>
              </a:rPr>
              <a:t>…</a:t>
            </a:r>
            <a:endParaRPr lang="zh-CN" altLang="en-US" sz="2117" dirty="0">
              <a:solidFill>
                <a:schemeClr val="accent4"/>
              </a:solidFill>
            </a:endParaRPr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6F238F8F-88D7-4708-9128-F3E03170B5D6}"/>
              </a:ext>
            </a:extLst>
          </p:cNvPr>
          <p:cNvSpPr/>
          <p:nvPr/>
        </p:nvSpPr>
        <p:spPr>
          <a:xfrm>
            <a:off x="2754175" y="1840770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E88C65E1-8636-4D64-A03A-03875C94980F}"/>
              </a:ext>
            </a:extLst>
          </p:cNvPr>
          <p:cNvSpPr/>
          <p:nvPr/>
        </p:nvSpPr>
        <p:spPr>
          <a:xfrm>
            <a:off x="3211375" y="4301692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B45FF815-DA94-474B-A32D-6659DB1AF5DB}"/>
              </a:ext>
            </a:extLst>
          </p:cNvPr>
          <p:cNvSpPr/>
          <p:nvPr/>
        </p:nvSpPr>
        <p:spPr>
          <a:xfrm>
            <a:off x="2906575" y="1983988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4DCC913D-9B87-4303-83DB-E16E92167C49}"/>
              </a:ext>
            </a:extLst>
          </p:cNvPr>
          <p:cNvSpPr/>
          <p:nvPr/>
        </p:nvSpPr>
        <p:spPr>
          <a:xfrm>
            <a:off x="3058974" y="2136460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44F2EB50-D2F1-49B6-A005-C483E862531E}"/>
              </a:ext>
            </a:extLst>
          </p:cNvPr>
          <p:cNvSpPr/>
          <p:nvPr/>
        </p:nvSpPr>
        <p:spPr>
          <a:xfrm>
            <a:off x="3211894" y="2285207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0833BF14-90A5-43C1-895C-7F33A59FC2F4}"/>
              </a:ext>
            </a:extLst>
          </p:cNvPr>
          <p:cNvSpPr txBox="1"/>
          <p:nvPr/>
        </p:nvSpPr>
        <p:spPr>
          <a:xfrm rot="2999738">
            <a:off x="4407834" y="2890652"/>
            <a:ext cx="277467" cy="4181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117" dirty="0"/>
              <a:t>…</a:t>
            </a:r>
            <a:endParaRPr lang="zh-CN" altLang="en-US" sz="2117" dirty="0"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F1A038A5-A85D-46C9-9E52-713175C30BFC}"/>
              </a:ext>
            </a:extLst>
          </p:cNvPr>
          <p:cNvSpPr txBox="1"/>
          <p:nvPr/>
        </p:nvSpPr>
        <p:spPr>
          <a:xfrm rot="2999738">
            <a:off x="4411468" y="1899817"/>
            <a:ext cx="277467" cy="4181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117" dirty="0"/>
              <a:t>…</a:t>
            </a:r>
            <a:endParaRPr lang="zh-CN" altLang="en-US" sz="2117" dirty="0"/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8A2D69E7-3C66-4D9E-97A5-65ED90364713}"/>
              </a:ext>
            </a:extLst>
          </p:cNvPr>
          <p:cNvSpPr txBox="1"/>
          <p:nvPr/>
        </p:nvSpPr>
        <p:spPr>
          <a:xfrm rot="2999738">
            <a:off x="4415800" y="2436495"/>
            <a:ext cx="277467" cy="4181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117" dirty="0"/>
              <a:t>…</a:t>
            </a:r>
            <a:endParaRPr lang="zh-CN" altLang="en-US" sz="2117" dirty="0"/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4A593A23-EB38-4A08-8318-CFA7716F4CBA}"/>
              </a:ext>
            </a:extLst>
          </p:cNvPr>
          <p:cNvSpPr/>
          <p:nvPr/>
        </p:nvSpPr>
        <p:spPr>
          <a:xfrm>
            <a:off x="3732156" y="1408422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4B0D0A71-9528-4F81-A71D-DDFE79C5421E}"/>
              </a:ext>
            </a:extLst>
          </p:cNvPr>
          <p:cNvSpPr/>
          <p:nvPr/>
        </p:nvSpPr>
        <p:spPr>
          <a:xfrm>
            <a:off x="3732156" y="1660035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9FFC544B-0667-4818-A6F9-27459AF7F675}"/>
              </a:ext>
            </a:extLst>
          </p:cNvPr>
          <p:cNvSpPr/>
          <p:nvPr/>
        </p:nvSpPr>
        <p:spPr>
          <a:xfrm>
            <a:off x="3732156" y="2163261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723669C7-7837-415B-B3D0-3739EAEB06A2}"/>
              </a:ext>
            </a:extLst>
          </p:cNvPr>
          <p:cNvSpPr/>
          <p:nvPr/>
        </p:nvSpPr>
        <p:spPr>
          <a:xfrm>
            <a:off x="3732156" y="2414874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C49043BD-19C0-40F9-A004-E6DEBF201D64}"/>
              </a:ext>
            </a:extLst>
          </p:cNvPr>
          <p:cNvSpPr txBox="1"/>
          <p:nvPr/>
        </p:nvSpPr>
        <p:spPr>
          <a:xfrm>
            <a:off x="3683153" y="1864062"/>
            <a:ext cx="510461" cy="2325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1"/>
                </a:solidFill>
              </a:rPr>
              <a:t>…</a:t>
            </a:r>
            <a:endParaRPr lang="zh-CN" altLang="en-US" sz="2117" dirty="0">
              <a:solidFill>
                <a:schemeClr val="accent1"/>
              </a:solidFill>
            </a:endParaRP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7DE4E58E-00E2-4C0D-A52A-2A653DDB5A9F}"/>
              </a:ext>
            </a:extLst>
          </p:cNvPr>
          <p:cNvSpPr/>
          <p:nvPr/>
        </p:nvSpPr>
        <p:spPr>
          <a:xfrm>
            <a:off x="3884556" y="1560822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8C0B1EB6-3044-45F0-A2BC-B2C4CCD6CC85}"/>
              </a:ext>
            </a:extLst>
          </p:cNvPr>
          <p:cNvSpPr/>
          <p:nvPr/>
        </p:nvSpPr>
        <p:spPr>
          <a:xfrm>
            <a:off x="3884556" y="1812435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7191001E-CB33-4E39-9391-5CC37640CABD}"/>
              </a:ext>
            </a:extLst>
          </p:cNvPr>
          <p:cNvSpPr/>
          <p:nvPr/>
        </p:nvSpPr>
        <p:spPr>
          <a:xfrm>
            <a:off x="3884556" y="2315661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6C8FF12D-FA4F-42F8-85E0-3FF97C44B299}"/>
              </a:ext>
            </a:extLst>
          </p:cNvPr>
          <p:cNvSpPr/>
          <p:nvPr/>
        </p:nvSpPr>
        <p:spPr>
          <a:xfrm>
            <a:off x="3884556" y="2567274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156DD022-30DB-4D96-8783-F3ABBE0A8C9F}"/>
              </a:ext>
            </a:extLst>
          </p:cNvPr>
          <p:cNvSpPr txBox="1"/>
          <p:nvPr/>
        </p:nvSpPr>
        <p:spPr>
          <a:xfrm>
            <a:off x="3835554" y="2016462"/>
            <a:ext cx="510461" cy="2325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2"/>
                </a:solidFill>
              </a:rPr>
              <a:t>…</a:t>
            </a:r>
            <a:endParaRPr lang="zh-CN" altLang="en-US" sz="2117" dirty="0">
              <a:solidFill>
                <a:schemeClr val="accent2"/>
              </a:solidFill>
            </a:endParaRPr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9260512F-758B-4D3D-9E08-F831CB6B7EE8}"/>
              </a:ext>
            </a:extLst>
          </p:cNvPr>
          <p:cNvSpPr/>
          <p:nvPr/>
        </p:nvSpPr>
        <p:spPr>
          <a:xfrm>
            <a:off x="4036956" y="1713222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2ECBECC0-5667-4FDC-88BD-F8EDD501A9F9}"/>
              </a:ext>
            </a:extLst>
          </p:cNvPr>
          <p:cNvSpPr/>
          <p:nvPr/>
        </p:nvSpPr>
        <p:spPr>
          <a:xfrm>
            <a:off x="4036956" y="1964835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AA8E0EBF-640C-4D48-9F5B-5350C474F399}"/>
              </a:ext>
            </a:extLst>
          </p:cNvPr>
          <p:cNvSpPr/>
          <p:nvPr/>
        </p:nvSpPr>
        <p:spPr>
          <a:xfrm>
            <a:off x="4036956" y="2468061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D85CD7F1-3C78-4194-9294-A1FC188ED4FE}"/>
              </a:ext>
            </a:extLst>
          </p:cNvPr>
          <p:cNvSpPr/>
          <p:nvPr/>
        </p:nvSpPr>
        <p:spPr>
          <a:xfrm>
            <a:off x="4036956" y="2719674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AD285A9E-BA91-430F-B0A6-E522B03F0646}"/>
              </a:ext>
            </a:extLst>
          </p:cNvPr>
          <p:cNvSpPr txBox="1"/>
          <p:nvPr/>
        </p:nvSpPr>
        <p:spPr>
          <a:xfrm>
            <a:off x="3987953" y="2168862"/>
            <a:ext cx="510461" cy="2325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3"/>
                </a:solidFill>
              </a:rPr>
              <a:t>…</a:t>
            </a:r>
            <a:endParaRPr lang="zh-CN" altLang="en-US" sz="2117" dirty="0">
              <a:solidFill>
                <a:schemeClr val="accent3"/>
              </a:solidFill>
            </a:endParaRPr>
          </a:p>
        </p:txBody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0080FEE6-D315-4C6A-AD9E-FFAA921BF315}"/>
              </a:ext>
            </a:extLst>
          </p:cNvPr>
          <p:cNvSpPr/>
          <p:nvPr/>
        </p:nvSpPr>
        <p:spPr>
          <a:xfrm>
            <a:off x="4189356" y="1865622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B22C14EE-6975-472C-914A-5E20A57D5407}"/>
              </a:ext>
            </a:extLst>
          </p:cNvPr>
          <p:cNvSpPr/>
          <p:nvPr/>
        </p:nvSpPr>
        <p:spPr>
          <a:xfrm>
            <a:off x="4189356" y="2117235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24B6A87A-027A-41A6-80D2-883D1C4831F9}"/>
              </a:ext>
            </a:extLst>
          </p:cNvPr>
          <p:cNvSpPr/>
          <p:nvPr/>
        </p:nvSpPr>
        <p:spPr>
          <a:xfrm>
            <a:off x="4189356" y="2620461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03" name="矩形 302">
            <a:extLst>
              <a:ext uri="{FF2B5EF4-FFF2-40B4-BE49-F238E27FC236}">
                <a16:creationId xmlns:a16="http://schemas.microsoft.com/office/drawing/2014/main" id="{5A4ECC01-F4C3-415F-BA4F-34A19D5654E3}"/>
              </a:ext>
            </a:extLst>
          </p:cNvPr>
          <p:cNvSpPr/>
          <p:nvPr/>
        </p:nvSpPr>
        <p:spPr>
          <a:xfrm>
            <a:off x="4189356" y="2872074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05" name="文本框 304">
            <a:extLst>
              <a:ext uri="{FF2B5EF4-FFF2-40B4-BE49-F238E27FC236}">
                <a16:creationId xmlns:a16="http://schemas.microsoft.com/office/drawing/2014/main" id="{5B1246A3-5409-43F9-9BAF-B69780BABCFA}"/>
              </a:ext>
            </a:extLst>
          </p:cNvPr>
          <p:cNvSpPr txBox="1"/>
          <p:nvPr/>
        </p:nvSpPr>
        <p:spPr>
          <a:xfrm>
            <a:off x="4140354" y="2321262"/>
            <a:ext cx="510461" cy="2325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4"/>
                </a:solidFill>
              </a:rPr>
              <a:t>…</a:t>
            </a:r>
            <a:endParaRPr lang="zh-CN" altLang="en-US" sz="2117" dirty="0">
              <a:solidFill>
                <a:schemeClr val="accent4"/>
              </a:solidFill>
            </a:endParaRPr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DFC29419-874B-4BE4-A2C1-F76DCC069E79}"/>
              </a:ext>
            </a:extLst>
          </p:cNvPr>
          <p:cNvSpPr/>
          <p:nvPr/>
        </p:nvSpPr>
        <p:spPr>
          <a:xfrm>
            <a:off x="4639720" y="2332354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2A736D98-59CC-4F4C-A977-240B75D3E788}"/>
              </a:ext>
            </a:extLst>
          </p:cNvPr>
          <p:cNvSpPr/>
          <p:nvPr/>
        </p:nvSpPr>
        <p:spPr>
          <a:xfrm>
            <a:off x="4639720" y="2583967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3BBA5F59-9CCB-457A-B777-C7C227B8A8BD}"/>
              </a:ext>
            </a:extLst>
          </p:cNvPr>
          <p:cNvSpPr/>
          <p:nvPr/>
        </p:nvSpPr>
        <p:spPr>
          <a:xfrm>
            <a:off x="4639720" y="3087193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2BD13CB8-2311-443F-BB0E-015AE2C6365A}"/>
              </a:ext>
            </a:extLst>
          </p:cNvPr>
          <p:cNvSpPr/>
          <p:nvPr/>
        </p:nvSpPr>
        <p:spPr>
          <a:xfrm>
            <a:off x="4639720" y="3338806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320" name="文本框 319">
            <a:extLst>
              <a:ext uri="{FF2B5EF4-FFF2-40B4-BE49-F238E27FC236}">
                <a16:creationId xmlns:a16="http://schemas.microsoft.com/office/drawing/2014/main" id="{76F445C8-A3BC-473B-B6BE-641025CFB9DB}"/>
              </a:ext>
            </a:extLst>
          </p:cNvPr>
          <p:cNvSpPr txBox="1"/>
          <p:nvPr/>
        </p:nvSpPr>
        <p:spPr>
          <a:xfrm>
            <a:off x="4590720" y="2787998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1"/>
                </a:solidFill>
              </a:rPr>
              <a:t>…</a:t>
            </a:r>
            <a:endParaRPr lang="zh-CN" altLang="en-US" sz="2117" dirty="0">
              <a:solidFill>
                <a:schemeClr val="accent1"/>
              </a:solidFill>
            </a:endParaRPr>
          </a:p>
        </p:txBody>
      </p:sp>
      <p:sp>
        <p:nvSpPr>
          <p:cNvPr id="322" name="矩形 321">
            <a:extLst>
              <a:ext uri="{FF2B5EF4-FFF2-40B4-BE49-F238E27FC236}">
                <a16:creationId xmlns:a16="http://schemas.microsoft.com/office/drawing/2014/main" id="{1F345C5F-F698-4013-A273-C0E8164683DC}"/>
              </a:ext>
            </a:extLst>
          </p:cNvPr>
          <p:cNvSpPr/>
          <p:nvPr/>
        </p:nvSpPr>
        <p:spPr>
          <a:xfrm>
            <a:off x="4792120" y="2484754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3A5ACB7E-5EEB-4FE7-A833-C57ABA7743DA}"/>
              </a:ext>
            </a:extLst>
          </p:cNvPr>
          <p:cNvSpPr/>
          <p:nvPr/>
        </p:nvSpPr>
        <p:spPr>
          <a:xfrm>
            <a:off x="4792120" y="2736367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24" name="矩形 323">
            <a:extLst>
              <a:ext uri="{FF2B5EF4-FFF2-40B4-BE49-F238E27FC236}">
                <a16:creationId xmlns:a16="http://schemas.microsoft.com/office/drawing/2014/main" id="{09C4244F-9FB3-4969-80D6-DA49F918639E}"/>
              </a:ext>
            </a:extLst>
          </p:cNvPr>
          <p:cNvSpPr/>
          <p:nvPr/>
        </p:nvSpPr>
        <p:spPr>
          <a:xfrm>
            <a:off x="4792120" y="3239593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25" name="矩形 324">
            <a:extLst>
              <a:ext uri="{FF2B5EF4-FFF2-40B4-BE49-F238E27FC236}">
                <a16:creationId xmlns:a16="http://schemas.microsoft.com/office/drawing/2014/main" id="{42C9A550-58B1-4000-9440-C0D8F24A4A69}"/>
              </a:ext>
            </a:extLst>
          </p:cNvPr>
          <p:cNvSpPr/>
          <p:nvPr/>
        </p:nvSpPr>
        <p:spPr>
          <a:xfrm>
            <a:off x="4792120" y="3491206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48C83455-2A3F-4329-9E59-AA61C702493D}"/>
              </a:ext>
            </a:extLst>
          </p:cNvPr>
          <p:cNvSpPr txBox="1"/>
          <p:nvPr/>
        </p:nvSpPr>
        <p:spPr>
          <a:xfrm>
            <a:off x="4743120" y="2940398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2"/>
                </a:solidFill>
              </a:rPr>
              <a:t>…</a:t>
            </a:r>
            <a:endParaRPr lang="zh-CN" altLang="en-US" sz="2117" dirty="0">
              <a:solidFill>
                <a:schemeClr val="accent2"/>
              </a:solidFill>
            </a:endParaRP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5A9626F4-F67D-4CB1-B119-74ABF633F6CB}"/>
              </a:ext>
            </a:extLst>
          </p:cNvPr>
          <p:cNvSpPr/>
          <p:nvPr/>
        </p:nvSpPr>
        <p:spPr>
          <a:xfrm>
            <a:off x="4944520" y="2637154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32BCF4A1-A5B5-40BA-91F3-60A36A0CA27A}"/>
              </a:ext>
            </a:extLst>
          </p:cNvPr>
          <p:cNvSpPr/>
          <p:nvPr/>
        </p:nvSpPr>
        <p:spPr>
          <a:xfrm>
            <a:off x="4944520" y="2888767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B57FFCB0-FD4D-449B-BE5F-306B47A61ED8}"/>
              </a:ext>
            </a:extLst>
          </p:cNvPr>
          <p:cNvSpPr/>
          <p:nvPr/>
        </p:nvSpPr>
        <p:spPr>
          <a:xfrm>
            <a:off x="4944520" y="3391993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D7217CC1-8949-4CD4-9491-4E5415C621D5}"/>
              </a:ext>
            </a:extLst>
          </p:cNvPr>
          <p:cNvSpPr/>
          <p:nvPr/>
        </p:nvSpPr>
        <p:spPr>
          <a:xfrm>
            <a:off x="4944520" y="3643606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34" name="文本框 333">
            <a:extLst>
              <a:ext uri="{FF2B5EF4-FFF2-40B4-BE49-F238E27FC236}">
                <a16:creationId xmlns:a16="http://schemas.microsoft.com/office/drawing/2014/main" id="{23CED0E6-3C28-433C-8B1D-DA186C44A1A9}"/>
              </a:ext>
            </a:extLst>
          </p:cNvPr>
          <p:cNvSpPr txBox="1"/>
          <p:nvPr/>
        </p:nvSpPr>
        <p:spPr>
          <a:xfrm>
            <a:off x="4895521" y="3092798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3"/>
                </a:solidFill>
              </a:rPr>
              <a:t>…</a:t>
            </a:r>
            <a:endParaRPr lang="zh-CN" altLang="en-US" sz="2117" dirty="0">
              <a:solidFill>
                <a:schemeClr val="accent3"/>
              </a:solidFill>
            </a:endParaRPr>
          </a:p>
        </p:txBody>
      </p:sp>
      <p:sp>
        <p:nvSpPr>
          <p:cNvPr id="336" name="矩形 335">
            <a:extLst>
              <a:ext uri="{FF2B5EF4-FFF2-40B4-BE49-F238E27FC236}">
                <a16:creationId xmlns:a16="http://schemas.microsoft.com/office/drawing/2014/main" id="{4961045A-C145-4FF0-94F9-E094148397CF}"/>
              </a:ext>
            </a:extLst>
          </p:cNvPr>
          <p:cNvSpPr/>
          <p:nvPr/>
        </p:nvSpPr>
        <p:spPr>
          <a:xfrm>
            <a:off x="5096920" y="2789554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F4DA69F1-A3E5-454B-93FD-2C82CDEB79C8}"/>
              </a:ext>
            </a:extLst>
          </p:cNvPr>
          <p:cNvSpPr/>
          <p:nvPr/>
        </p:nvSpPr>
        <p:spPr>
          <a:xfrm>
            <a:off x="5096920" y="3041167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38" name="矩形 337">
            <a:extLst>
              <a:ext uri="{FF2B5EF4-FFF2-40B4-BE49-F238E27FC236}">
                <a16:creationId xmlns:a16="http://schemas.microsoft.com/office/drawing/2014/main" id="{A1F4D6AC-E63B-4093-98A5-ACCDB5D21D40}"/>
              </a:ext>
            </a:extLst>
          </p:cNvPr>
          <p:cNvSpPr/>
          <p:nvPr/>
        </p:nvSpPr>
        <p:spPr>
          <a:xfrm>
            <a:off x="5096920" y="3544393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89BFA0D7-440B-474D-8AA4-80E7FFE1DF55}"/>
              </a:ext>
            </a:extLst>
          </p:cNvPr>
          <p:cNvSpPr/>
          <p:nvPr/>
        </p:nvSpPr>
        <p:spPr>
          <a:xfrm>
            <a:off x="5096920" y="3796006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341" name="文本框 340">
            <a:extLst>
              <a:ext uri="{FF2B5EF4-FFF2-40B4-BE49-F238E27FC236}">
                <a16:creationId xmlns:a16="http://schemas.microsoft.com/office/drawing/2014/main" id="{EEF711FA-F8BC-4085-860B-A886AD290972}"/>
              </a:ext>
            </a:extLst>
          </p:cNvPr>
          <p:cNvSpPr txBox="1"/>
          <p:nvPr/>
        </p:nvSpPr>
        <p:spPr>
          <a:xfrm>
            <a:off x="5047920" y="3245198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4"/>
                </a:solidFill>
              </a:rPr>
              <a:t>…</a:t>
            </a:r>
            <a:endParaRPr lang="zh-CN" altLang="en-US" sz="2117" dirty="0">
              <a:solidFill>
                <a:schemeClr val="accent4"/>
              </a:solidFill>
            </a:endParaRPr>
          </a:p>
        </p:txBody>
      </p:sp>
      <p:sp>
        <p:nvSpPr>
          <p:cNvPr id="347" name="文本框 346">
            <a:extLst>
              <a:ext uri="{FF2B5EF4-FFF2-40B4-BE49-F238E27FC236}">
                <a16:creationId xmlns:a16="http://schemas.microsoft.com/office/drawing/2014/main" id="{62E62C65-815F-408F-9492-97D151A1D601}"/>
              </a:ext>
            </a:extLst>
          </p:cNvPr>
          <p:cNvSpPr txBox="1"/>
          <p:nvPr/>
        </p:nvSpPr>
        <p:spPr>
          <a:xfrm rot="2999738">
            <a:off x="6589467" y="3026642"/>
            <a:ext cx="277467" cy="4181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117" dirty="0"/>
              <a:t>…</a:t>
            </a:r>
            <a:endParaRPr lang="zh-CN" altLang="en-US" sz="2117" dirty="0"/>
          </a:p>
        </p:txBody>
      </p:sp>
      <p:sp>
        <p:nvSpPr>
          <p:cNvPr id="348" name="文本框 347">
            <a:extLst>
              <a:ext uri="{FF2B5EF4-FFF2-40B4-BE49-F238E27FC236}">
                <a16:creationId xmlns:a16="http://schemas.microsoft.com/office/drawing/2014/main" id="{DEB1A089-91B6-4C53-A6C2-4849DB3E3BBA}"/>
              </a:ext>
            </a:extLst>
          </p:cNvPr>
          <p:cNvSpPr txBox="1"/>
          <p:nvPr/>
        </p:nvSpPr>
        <p:spPr>
          <a:xfrm rot="2999738">
            <a:off x="6605407" y="2040287"/>
            <a:ext cx="277467" cy="4181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117" dirty="0"/>
              <a:t>…</a:t>
            </a:r>
            <a:endParaRPr lang="zh-CN" altLang="en-US" sz="2117" dirty="0"/>
          </a:p>
        </p:txBody>
      </p:sp>
      <p:sp>
        <p:nvSpPr>
          <p:cNvPr id="349" name="文本框 348">
            <a:extLst>
              <a:ext uri="{FF2B5EF4-FFF2-40B4-BE49-F238E27FC236}">
                <a16:creationId xmlns:a16="http://schemas.microsoft.com/office/drawing/2014/main" id="{CAC02F9D-B9DD-4711-AA88-CA4574699A18}"/>
              </a:ext>
            </a:extLst>
          </p:cNvPr>
          <p:cNvSpPr txBox="1"/>
          <p:nvPr/>
        </p:nvSpPr>
        <p:spPr>
          <a:xfrm rot="2999738">
            <a:off x="6589467" y="2536392"/>
            <a:ext cx="277467" cy="4181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117" dirty="0"/>
              <a:t>…</a:t>
            </a:r>
            <a:endParaRPr lang="zh-CN" altLang="en-US" sz="2117" dirty="0"/>
          </a:p>
        </p:txBody>
      </p:sp>
      <p:sp>
        <p:nvSpPr>
          <p:cNvPr id="450" name="矩形 449">
            <a:extLst>
              <a:ext uri="{FF2B5EF4-FFF2-40B4-BE49-F238E27FC236}">
                <a16:creationId xmlns:a16="http://schemas.microsoft.com/office/drawing/2014/main" id="{1B647224-4FA3-4FEB-A0B3-69C531E364A3}"/>
              </a:ext>
            </a:extLst>
          </p:cNvPr>
          <p:cNvSpPr/>
          <p:nvPr/>
        </p:nvSpPr>
        <p:spPr>
          <a:xfrm>
            <a:off x="5282051" y="934249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451" name="矩形 450">
            <a:extLst>
              <a:ext uri="{FF2B5EF4-FFF2-40B4-BE49-F238E27FC236}">
                <a16:creationId xmlns:a16="http://schemas.microsoft.com/office/drawing/2014/main" id="{F81F34FB-A239-4123-8AA5-186265DF3331}"/>
              </a:ext>
            </a:extLst>
          </p:cNvPr>
          <p:cNvSpPr/>
          <p:nvPr/>
        </p:nvSpPr>
        <p:spPr>
          <a:xfrm>
            <a:off x="5282051" y="1185862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452" name="矩形 451">
            <a:extLst>
              <a:ext uri="{FF2B5EF4-FFF2-40B4-BE49-F238E27FC236}">
                <a16:creationId xmlns:a16="http://schemas.microsoft.com/office/drawing/2014/main" id="{08D22151-3B9A-485E-B5EC-147A17D06804}"/>
              </a:ext>
            </a:extLst>
          </p:cNvPr>
          <p:cNvSpPr/>
          <p:nvPr/>
        </p:nvSpPr>
        <p:spPr>
          <a:xfrm>
            <a:off x="5282051" y="1689088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453" name="矩形 452">
            <a:extLst>
              <a:ext uri="{FF2B5EF4-FFF2-40B4-BE49-F238E27FC236}">
                <a16:creationId xmlns:a16="http://schemas.microsoft.com/office/drawing/2014/main" id="{920C6290-8C2E-4532-B7B4-E23862ED1B40}"/>
              </a:ext>
            </a:extLst>
          </p:cNvPr>
          <p:cNvSpPr/>
          <p:nvPr/>
        </p:nvSpPr>
        <p:spPr>
          <a:xfrm>
            <a:off x="5282051" y="1940701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454" name="文本框 453">
            <a:extLst>
              <a:ext uri="{FF2B5EF4-FFF2-40B4-BE49-F238E27FC236}">
                <a16:creationId xmlns:a16="http://schemas.microsoft.com/office/drawing/2014/main" id="{7B5FD913-5816-4B5D-A99E-F7437FCD9CEA}"/>
              </a:ext>
            </a:extLst>
          </p:cNvPr>
          <p:cNvSpPr txBox="1"/>
          <p:nvPr/>
        </p:nvSpPr>
        <p:spPr>
          <a:xfrm>
            <a:off x="5233051" y="1389893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1"/>
                </a:solidFill>
              </a:rPr>
              <a:t>…</a:t>
            </a:r>
            <a:endParaRPr lang="zh-CN" altLang="en-US" sz="2117" dirty="0">
              <a:solidFill>
                <a:schemeClr val="accent1"/>
              </a:solidFill>
            </a:endParaRPr>
          </a:p>
        </p:txBody>
      </p:sp>
      <p:sp>
        <p:nvSpPr>
          <p:cNvPr id="455" name="矩形 454">
            <a:extLst>
              <a:ext uri="{FF2B5EF4-FFF2-40B4-BE49-F238E27FC236}">
                <a16:creationId xmlns:a16="http://schemas.microsoft.com/office/drawing/2014/main" id="{4FFD2765-5355-401D-921E-4B8FB8890643}"/>
              </a:ext>
            </a:extLst>
          </p:cNvPr>
          <p:cNvSpPr/>
          <p:nvPr/>
        </p:nvSpPr>
        <p:spPr>
          <a:xfrm>
            <a:off x="5434451" y="1086649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56" name="矩形 455">
            <a:extLst>
              <a:ext uri="{FF2B5EF4-FFF2-40B4-BE49-F238E27FC236}">
                <a16:creationId xmlns:a16="http://schemas.microsoft.com/office/drawing/2014/main" id="{2919B006-4B78-4204-ABB1-FFFD4A7B0656}"/>
              </a:ext>
            </a:extLst>
          </p:cNvPr>
          <p:cNvSpPr/>
          <p:nvPr/>
        </p:nvSpPr>
        <p:spPr>
          <a:xfrm>
            <a:off x="5434451" y="1338262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57" name="矩形 456">
            <a:extLst>
              <a:ext uri="{FF2B5EF4-FFF2-40B4-BE49-F238E27FC236}">
                <a16:creationId xmlns:a16="http://schemas.microsoft.com/office/drawing/2014/main" id="{125CFAB1-CEC1-4B28-AB4E-94A62ADDE4A5}"/>
              </a:ext>
            </a:extLst>
          </p:cNvPr>
          <p:cNvSpPr/>
          <p:nvPr/>
        </p:nvSpPr>
        <p:spPr>
          <a:xfrm>
            <a:off x="5434451" y="1841488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58" name="矩形 457">
            <a:extLst>
              <a:ext uri="{FF2B5EF4-FFF2-40B4-BE49-F238E27FC236}">
                <a16:creationId xmlns:a16="http://schemas.microsoft.com/office/drawing/2014/main" id="{DE6DCE68-E638-4F4C-BBC6-F70246A5FBB2}"/>
              </a:ext>
            </a:extLst>
          </p:cNvPr>
          <p:cNvSpPr/>
          <p:nvPr/>
        </p:nvSpPr>
        <p:spPr>
          <a:xfrm>
            <a:off x="5434451" y="2093101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59" name="文本框 458">
            <a:extLst>
              <a:ext uri="{FF2B5EF4-FFF2-40B4-BE49-F238E27FC236}">
                <a16:creationId xmlns:a16="http://schemas.microsoft.com/office/drawing/2014/main" id="{21D91EEE-7F94-4E18-A232-9696B1C35011}"/>
              </a:ext>
            </a:extLst>
          </p:cNvPr>
          <p:cNvSpPr txBox="1"/>
          <p:nvPr/>
        </p:nvSpPr>
        <p:spPr>
          <a:xfrm>
            <a:off x="5385451" y="1542293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2"/>
                </a:solidFill>
              </a:rPr>
              <a:t>…</a:t>
            </a:r>
            <a:endParaRPr lang="zh-CN" altLang="en-US" sz="2117" dirty="0">
              <a:solidFill>
                <a:schemeClr val="accent2"/>
              </a:solidFill>
            </a:endParaRPr>
          </a:p>
        </p:txBody>
      </p:sp>
      <p:sp>
        <p:nvSpPr>
          <p:cNvPr id="460" name="矩形 459">
            <a:extLst>
              <a:ext uri="{FF2B5EF4-FFF2-40B4-BE49-F238E27FC236}">
                <a16:creationId xmlns:a16="http://schemas.microsoft.com/office/drawing/2014/main" id="{5076148A-BED3-4990-AF7C-AE752CB19983}"/>
              </a:ext>
            </a:extLst>
          </p:cNvPr>
          <p:cNvSpPr/>
          <p:nvPr/>
        </p:nvSpPr>
        <p:spPr>
          <a:xfrm>
            <a:off x="5586851" y="1239049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61" name="矩形 460">
            <a:extLst>
              <a:ext uri="{FF2B5EF4-FFF2-40B4-BE49-F238E27FC236}">
                <a16:creationId xmlns:a16="http://schemas.microsoft.com/office/drawing/2014/main" id="{B15D7C03-631D-4D1C-803C-C53F30DF65EB}"/>
              </a:ext>
            </a:extLst>
          </p:cNvPr>
          <p:cNvSpPr/>
          <p:nvPr/>
        </p:nvSpPr>
        <p:spPr>
          <a:xfrm>
            <a:off x="5586851" y="1490662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62" name="矩形 461">
            <a:extLst>
              <a:ext uri="{FF2B5EF4-FFF2-40B4-BE49-F238E27FC236}">
                <a16:creationId xmlns:a16="http://schemas.microsoft.com/office/drawing/2014/main" id="{C128AED2-5064-4A27-B500-DD0CB649A119}"/>
              </a:ext>
            </a:extLst>
          </p:cNvPr>
          <p:cNvSpPr/>
          <p:nvPr/>
        </p:nvSpPr>
        <p:spPr>
          <a:xfrm>
            <a:off x="5586851" y="1993888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63" name="矩形 462">
            <a:extLst>
              <a:ext uri="{FF2B5EF4-FFF2-40B4-BE49-F238E27FC236}">
                <a16:creationId xmlns:a16="http://schemas.microsoft.com/office/drawing/2014/main" id="{C8EBC4B8-4019-4CFF-BD5B-1E2C0B485E37}"/>
              </a:ext>
            </a:extLst>
          </p:cNvPr>
          <p:cNvSpPr/>
          <p:nvPr/>
        </p:nvSpPr>
        <p:spPr>
          <a:xfrm>
            <a:off x="5586851" y="2245501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64" name="文本框 463">
            <a:extLst>
              <a:ext uri="{FF2B5EF4-FFF2-40B4-BE49-F238E27FC236}">
                <a16:creationId xmlns:a16="http://schemas.microsoft.com/office/drawing/2014/main" id="{9CAF6C74-CEF3-4AED-A09A-33535982B0A9}"/>
              </a:ext>
            </a:extLst>
          </p:cNvPr>
          <p:cNvSpPr txBox="1"/>
          <p:nvPr/>
        </p:nvSpPr>
        <p:spPr>
          <a:xfrm>
            <a:off x="5537852" y="1694693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3"/>
                </a:solidFill>
              </a:rPr>
              <a:t>…</a:t>
            </a:r>
            <a:endParaRPr lang="zh-CN" altLang="en-US" sz="2117" dirty="0">
              <a:solidFill>
                <a:schemeClr val="accent3"/>
              </a:solidFill>
            </a:endParaRPr>
          </a:p>
        </p:txBody>
      </p:sp>
      <p:sp>
        <p:nvSpPr>
          <p:cNvPr id="465" name="矩形 464">
            <a:extLst>
              <a:ext uri="{FF2B5EF4-FFF2-40B4-BE49-F238E27FC236}">
                <a16:creationId xmlns:a16="http://schemas.microsoft.com/office/drawing/2014/main" id="{8AF3EB82-5FB8-4C3D-B100-DF302E8C847C}"/>
              </a:ext>
            </a:extLst>
          </p:cNvPr>
          <p:cNvSpPr/>
          <p:nvPr/>
        </p:nvSpPr>
        <p:spPr>
          <a:xfrm>
            <a:off x="5739251" y="1391449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66" name="矩形 465">
            <a:extLst>
              <a:ext uri="{FF2B5EF4-FFF2-40B4-BE49-F238E27FC236}">
                <a16:creationId xmlns:a16="http://schemas.microsoft.com/office/drawing/2014/main" id="{CB412E23-6DAE-45C7-B419-9BBF7376FFD1}"/>
              </a:ext>
            </a:extLst>
          </p:cNvPr>
          <p:cNvSpPr/>
          <p:nvPr/>
        </p:nvSpPr>
        <p:spPr>
          <a:xfrm>
            <a:off x="5739251" y="1643062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67" name="矩形 466">
            <a:extLst>
              <a:ext uri="{FF2B5EF4-FFF2-40B4-BE49-F238E27FC236}">
                <a16:creationId xmlns:a16="http://schemas.microsoft.com/office/drawing/2014/main" id="{B76A09B2-CDBC-4DAF-9D2E-BF68EEDEF015}"/>
              </a:ext>
            </a:extLst>
          </p:cNvPr>
          <p:cNvSpPr/>
          <p:nvPr/>
        </p:nvSpPr>
        <p:spPr>
          <a:xfrm>
            <a:off x="5739251" y="2146288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3E406017-F969-425F-B896-3E3515272266}"/>
              </a:ext>
            </a:extLst>
          </p:cNvPr>
          <p:cNvSpPr/>
          <p:nvPr/>
        </p:nvSpPr>
        <p:spPr>
          <a:xfrm>
            <a:off x="5739251" y="2397901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69" name="文本框 468">
            <a:extLst>
              <a:ext uri="{FF2B5EF4-FFF2-40B4-BE49-F238E27FC236}">
                <a16:creationId xmlns:a16="http://schemas.microsoft.com/office/drawing/2014/main" id="{521A5BD7-0D78-4586-A265-59EA1658C38C}"/>
              </a:ext>
            </a:extLst>
          </p:cNvPr>
          <p:cNvSpPr txBox="1"/>
          <p:nvPr/>
        </p:nvSpPr>
        <p:spPr>
          <a:xfrm>
            <a:off x="5690251" y="1847093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4"/>
                </a:solidFill>
              </a:rPr>
              <a:t>…</a:t>
            </a:r>
            <a:endParaRPr lang="zh-CN" altLang="en-US" sz="2117" dirty="0">
              <a:solidFill>
                <a:schemeClr val="accent4"/>
              </a:solidFill>
            </a:endParaRPr>
          </a:p>
        </p:txBody>
      </p:sp>
      <p:sp>
        <p:nvSpPr>
          <p:cNvPr id="490" name="矩形 489">
            <a:extLst>
              <a:ext uri="{FF2B5EF4-FFF2-40B4-BE49-F238E27FC236}">
                <a16:creationId xmlns:a16="http://schemas.microsoft.com/office/drawing/2014/main" id="{B1A8D4BA-7576-462A-A93D-D8D90FA2E781}"/>
              </a:ext>
            </a:extLst>
          </p:cNvPr>
          <p:cNvSpPr/>
          <p:nvPr/>
        </p:nvSpPr>
        <p:spPr>
          <a:xfrm>
            <a:off x="5893708" y="1536688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491" name="矩形 490">
            <a:extLst>
              <a:ext uri="{FF2B5EF4-FFF2-40B4-BE49-F238E27FC236}">
                <a16:creationId xmlns:a16="http://schemas.microsoft.com/office/drawing/2014/main" id="{05B8781F-E647-41F1-974D-0356799841CC}"/>
              </a:ext>
            </a:extLst>
          </p:cNvPr>
          <p:cNvSpPr/>
          <p:nvPr/>
        </p:nvSpPr>
        <p:spPr>
          <a:xfrm>
            <a:off x="5893708" y="1788301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492" name="矩形 491">
            <a:extLst>
              <a:ext uri="{FF2B5EF4-FFF2-40B4-BE49-F238E27FC236}">
                <a16:creationId xmlns:a16="http://schemas.microsoft.com/office/drawing/2014/main" id="{66BE34DA-4971-4326-B1A7-A896FBBFC985}"/>
              </a:ext>
            </a:extLst>
          </p:cNvPr>
          <p:cNvSpPr/>
          <p:nvPr/>
        </p:nvSpPr>
        <p:spPr>
          <a:xfrm>
            <a:off x="5893708" y="2291527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493" name="矩形 492">
            <a:extLst>
              <a:ext uri="{FF2B5EF4-FFF2-40B4-BE49-F238E27FC236}">
                <a16:creationId xmlns:a16="http://schemas.microsoft.com/office/drawing/2014/main" id="{0B3A3B45-92D7-430F-B775-B92416292E26}"/>
              </a:ext>
            </a:extLst>
          </p:cNvPr>
          <p:cNvSpPr/>
          <p:nvPr/>
        </p:nvSpPr>
        <p:spPr>
          <a:xfrm>
            <a:off x="5893708" y="2543140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494" name="文本框 493">
            <a:extLst>
              <a:ext uri="{FF2B5EF4-FFF2-40B4-BE49-F238E27FC236}">
                <a16:creationId xmlns:a16="http://schemas.microsoft.com/office/drawing/2014/main" id="{B457A114-19EB-4357-8CB7-189120A85338}"/>
              </a:ext>
            </a:extLst>
          </p:cNvPr>
          <p:cNvSpPr txBox="1"/>
          <p:nvPr/>
        </p:nvSpPr>
        <p:spPr>
          <a:xfrm>
            <a:off x="5844708" y="1992332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1"/>
                </a:solidFill>
              </a:rPr>
              <a:t>…</a:t>
            </a:r>
            <a:endParaRPr lang="zh-CN" altLang="en-US" sz="2117" dirty="0">
              <a:solidFill>
                <a:schemeClr val="accent1"/>
              </a:solidFill>
            </a:endParaRPr>
          </a:p>
        </p:txBody>
      </p:sp>
      <p:sp>
        <p:nvSpPr>
          <p:cNvPr id="495" name="矩形 494">
            <a:extLst>
              <a:ext uri="{FF2B5EF4-FFF2-40B4-BE49-F238E27FC236}">
                <a16:creationId xmlns:a16="http://schemas.microsoft.com/office/drawing/2014/main" id="{0DA73958-EF99-4FF1-BA93-E6F4EEED020F}"/>
              </a:ext>
            </a:extLst>
          </p:cNvPr>
          <p:cNvSpPr/>
          <p:nvPr/>
        </p:nvSpPr>
        <p:spPr>
          <a:xfrm>
            <a:off x="6046108" y="1689088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96" name="矩形 495">
            <a:extLst>
              <a:ext uri="{FF2B5EF4-FFF2-40B4-BE49-F238E27FC236}">
                <a16:creationId xmlns:a16="http://schemas.microsoft.com/office/drawing/2014/main" id="{8BE4977C-3674-4975-95EC-AC1A9CC25001}"/>
              </a:ext>
            </a:extLst>
          </p:cNvPr>
          <p:cNvSpPr/>
          <p:nvPr/>
        </p:nvSpPr>
        <p:spPr>
          <a:xfrm>
            <a:off x="6046108" y="1940701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97" name="矩形 496">
            <a:extLst>
              <a:ext uri="{FF2B5EF4-FFF2-40B4-BE49-F238E27FC236}">
                <a16:creationId xmlns:a16="http://schemas.microsoft.com/office/drawing/2014/main" id="{6393215F-1E93-45D1-98BB-0476A7CE179A}"/>
              </a:ext>
            </a:extLst>
          </p:cNvPr>
          <p:cNvSpPr/>
          <p:nvPr/>
        </p:nvSpPr>
        <p:spPr>
          <a:xfrm>
            <a:off x="6046108" y="2443927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98" name="矩形 497">
            <a:extLst>
              <a:ext uri="{FF2B5EF4-FFF2-40B4-BE49-F238E27FC236}">
                <a16:creationId xmlns:a16="http://schemas.microsoft.com/office/drawing/2014/main" id="{9674680E-C9AE-4577-BD52-D369CC1A1DBE}"/>
              </a:ext>
            </a:extLst>
          </p:cNvPr>
          <p:cNvSpPr/>
          <p:nvPr/>
        </p:nvSpPr>
        <p:spPr>
          <a:xfrm>
            <a:off x="6046108" y="2695540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499" name="文本框 498">
            <a:extLst>
              <a:ext uri="{FF2B5EF4-FFF2-40B4-BE49-F238E27FC236}">
                <a16:creationId xmlns:a16="http://schemas.microsoft.com/office/drawing/2014/main" id="{E53FE7D1-29AE-4B14-9FB4-B9AD08A15327}"/>
              </a:ext>
            </a:extLst>
          </p:cNvPr>
          <p:cNvSpPr txBox="1"/>
          <p:nvPr/>
        </p:nvSpPr>
        <p:spPr>
          <a:xfrm>
            <a:off x="5997108" y="2144732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2"/>
                </a:solidFill>
              </a:rPr>
              <a:t>…</a:t>
            </a:r>
            <a:endParaRPr lang="zh-CN" altLang="en-US" sz="2117" dirty="0">
              <a:solidFill>
                <a:schemeClr val="accent2"/>
              </a:solidFill>
            </a:endParaRPr>
          </a:p>
        </p:txBody>
      </p:sp>
      <p:sp>
        <p:nvSpPr>
          <p:cNvPr id="500" name="矩形 499">
            <a:extLst>
              <a:ext uri="{FF2B5EF4-FFF2-40B4-BE49-F238E27FC236}">
                <a16:creationId xmlns:a16="http://schemas.microsoft.com/office/drawing/2014/main" id="{7805D79B-6F3B-4278-9F77-ED03D51A9BC4}"/>
              </a:ext>
            </a:extLst>
          </p:cNvPr>
          <p:cNvSpPr/>
          <p:nvPr/>
        </p:nvSpPr>
        <p:spPr>
          <a:xfrm>
            <a:off x="6198508" y="1841488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01" name="矩形 500">
            <a:extLst>
              <a:ext uri="{FF2B5EF4-FFF2-40B4-BE49-F238E27FC236}">
                <a16:creationId xmlns:a16="http://schemas.microsoft.com/office/drawing/2014/main" id="{9EA44C94-EBB2-412E-8ACE-04BF6DCA35FE}"/>
              </a:ext>
            </a:extLst>
          </p:cNvPr>
          <p:cNvSpPr/>
          <p:nvPr/>
        </p:nvSpPr>
        <p:spPr>
          <a:xfrm>
            <a:off x="6198508" y="2093101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02" name="矩形 501">
            <a:extLst>
              <a:ext uri="{FF2B5EF4-FFF2-40B4-BE49-F238E27FC236}">
                <a16:creationId xmlns:a16="http://schemas.microsoft.com/office/drawing/2014/main" id="{7D71DD4E-727A-495F-9401-CF9CED48F811}"/>
              </a:ext>
            </a:extLst>
          </p:cNvPr>
          <p:cNvSpPr/>
          <p:nvPr/>
        </p:nvSpPr>
        <p:spPr>
          <a:xfrm>
            <a:off x="6198508" y="2596327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03" name="矩形 502">
            <a:extLst>
              <a:ext uri="{FF2B5EF4-FFF2-40B4-BE49-F238E27FC236}">
                <a16:creationId xmlns:a16="http://schemas.microsoft.com/office/drawing/2014/main" id="{50775089-7A3F-47B8-9AD6-A28059F7A022}"/>
              </a:ext>
            </a:extLst>
          </p:cNvPr>
          <p:cNvSpPr/>
          <p:nvPr/>
        </p:nvSpPr>
        <p:spPr>
          <a:xfrm>
            <a:off x="6198508" y="2847940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04" name="文本框 503">
            <a:extLst>
              <a:ext uri="{FF2B5EF4-FFF2-40B4-BE49-F238E27FC236}">
                <a16:creationId xmlns:a16="http://schemas.microsoft.com/office/drawing/2014/main" id="{8689AF70-9C4E-4918-9513-F8A41B925488}"/>
              </a:ext>
            </a:extLst>
          </p:cNvPr>
          <p:cNvSpPr txBox="1"/>
          <p:nvPr/>
        </p:nvSpPr>
        <p:spPr>
          <a:xfrm>
            <a:off x="6149509" y="2297132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3"/>
                </a:solidFill>
              </a:rPr>
              <a:t>…</a:t>
            </a:r>
            <a:endParaRPr lang="zh-CN" altLang="en-US" sz="2117" dirty="0">
              <a:solidFill>
                <a:schemeClr val="accent3"/>
              </a:solidFill>
            </a:endParaRPr>
          </a:p>
        </p:txBody>
      </p:sp>
      <p:sp>
        <p:nvSpPr>
          <p:cNvPr id="505" name="矩形 504">
            <a:extLst>
              <a:ext uri="{FF2B5EF4-FFF2-40B4-BE49-F238E27FC236}">
                <a16:creationId xmlns:a16="http://schemas.microsoft.com/office/drawing/2014/main" id="{368007AB-DCB6-4F9C-A3C1-726A9F8851BF}"/>
              </a:ext>
            </a:extLst>
          </p:cNvPr>
          <p:cNvSpPr/>
          <p:nvPr/>
        </p:nvSpPr>
        <p:spPr>
          <a:xfrm>
            <a:off x="6350908" y="1993888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06" name="矩形 505">
            <a:extLst>
              <a:ext uri="{FF2B5EF4-FFF2-40B4-BE49-F238E27FC236}">
                <a16:creationId xmlns:a16="http://schemas.microsoft.com/office/drawing/2014/main" id="{C4780298-C702-4285-BA0C-294767AD9332}"/>
              </a:ext>
            </a:extLst>
          </p:cNvPr>
          <p:cNvSpPr/>
          <p:nvPr/>
        </p:nvSpPr>
        <p:spPr>
          <a:xfrm>
            <a:off x="6350908" y="2245501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07" name="矩形 506">
            <a:extLst>
              <a:ext uri="{FF2B5EF4-FFF2-40B4-BE49-F238E27FC236}">
                <a16:creationId xmlns:a16="http://schemas.microsoft.com/office/drawing/2014/main" id="{A67DE103-AA15-4CFF-B153-765E1E90CA0E}"/>
              </a:ext>
            </a:extLst>
          </p:cNvPr>
          <p:cNvSpPr/>
          <p:nvPr/>
        </p:nvSpPr>
        <p:spPr>
          <a:xfrm>
            <a:off x="6350908" y="2748727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08" name="矩形 507">
            <a:extLst>
              <a:ext uri="{FF2B5EF4-FFF2-40B4-BE49-F238E27FC236}">
                <a16:creationId xmlns:a16="http://schemas.microsoft.com/office/drawing/2014/main" id="{2D47582E-6C3A-4D6B-9341-0D76E93DC835}"/>
              </a:ext>
            </a:extLst>
          </p:cNvPr>
          <p:cNvSpPr/>
          <p:nvPr/>
        </p:nvSpPr>
        <p:spPr>
          <a:xfrm>
            <a:off x="6350908" y="3000340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09" name="文本框 508">
            <a:extLst>
              <a:ext uri="{FF2B5EF4-FFF2-40B4-BE49-F238E27FC236}">
                <a16:creationId xmlns:a16="http://schemas.microsoft.com/office/drawing/2014/main" id="{9A13886F-FAFD-442A-80C3-010B2A3DBF79}"/>
              </a:ext>
            </a:extLst>
          </p:cNvPr>
          <p:cNvSpPr txBox="1"/>
          <p:nvPr/>
        </p:nvSpPr>
        <p:spPr>
          <a:xfrm>
            <a:off x="6301908" y="2449532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4"/>
                </a:solidFill>
              </a:rPr>
              <a:t>…</a:t>
            </a:r>
            <a:endParaRPr lang="zh-CN" altLang="en-US" sz="2117" dirty="0">
              <a:solidFill>
                <a:schemeClr val="accent4"/>
              </a:solidFill>
            </a:endParaRPr>
          </a:p>
        </p:txBody>
      </p:sp>
      <p:sp>
        <p:nvSpPr>
          <p:cNvPr id="510" name="矩形 509">
            <a:extLst>
              <a:ext uri="{FF2B5EF4-FFF2-40B4-BE49-F238E27FC236}">
                <a16:creationId xmlns:a16="http://schemas.microsoft.com/office/drawing/2014/main" id="{4FC64897-C06E-4321-B0F1-8644F00B2B86}"/>
              </a:ext>
            </a:extLst>
          </p:cNvPr>
          <p:cNvSpPr/>
          <p:nvPr/>
        </p:nvSpPr>
        <p:spPr>
          <a:xfrm>
            <a:off x="6830954" y="2473403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511" name="矩形 510">
            <a:extLst>
              <a:ext uri="{FF2B5EF4-FFF2-40B4-BE49-F238E27FC236}">
                <a16:creationId xmlns:a16="http://schemas.microsoft.com/office/drawing/2014/main" id="{ACE01543-375E-4202-8A37-D5DDC963E63D}"/>
              </a:ext>
            </a:extLst>
          </p:cNvPr>
          <p:cNvSpPr/>
          <p:nvPr/>
        </p:nvSpPr>
        <p:spPr>
          <a:xfrm>
            <a:off x="6830954" y="2725016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512" name="矩形 511">
            <a:extLst>
              <a:ext uri="{FF2B5EF4-FFF2-40B4-BE49-F238E27FC236}">
                <a16:creationId xmlns:a16="http://schemas.microsoft.com/office/drawing/2014/main" id="{B9A3568B-150C-4DE8-8E72-FC2B14DDAD9D}"/>
              </a:ext>
            </a:extLst>
          </p:cNvPr>
          <p:cNvSpPr/>
          <p:nvPr/>
        </p:nvSpPr>
        <p:spPr>
          <a:xfrm>
            <a:off x="6830954" y="3228242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513" name="矩形 512">
            <a:extLst>
              <a:ext uri="{FF2B5EF4-FFF2-40B4-BE49-F238E27FC236}">
                <a16:creationId xmlns:a16="http://schemas.microsoft.com/office/drawing/2014/main" id="{09618CC7-8BAD-4AA0-9280-F098A18F8B42}"/>
              </a:ext>
            </a:extLst>
          </p:cNvPr>
          <p:cNvSpPr/>
          <p:nvPr/>
        </p:nvSpPr>
        <p:spPr>
          <a:xfrm>
            <a:off x="6830954" y="3479855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514" name="文本框 513">
            <a:extLst>
              <a:ext uri="{FF2B5EF4-FFF2-40B4-BE49-F238E27FC236}">
                <a16:creationId xmlns:a16="http://schemas.microsoft.com/office/drawing/2014/main" id="{9DB30A67-8881-436B-BD28-2F13F07AC779}"/>
              </a:ext>
            </a:extLst>
          </p:cNvPr>
          <p:cNvSpPr txBox="1"/>
          <p:nvPr/>
        </p:nvSpPr>
        <p:spPr>
          <a:xfrm>
            <a:off x="6781954" y="2929047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1"/>
                </a:solidFill>
              </a:rPr>
              <a:t>…</a:t>
            </a:r>
            <a:endParaRPr lang="zh-CN" altLang="en-US" sz="2117" dirty="0">
              <a:solidFill>
                <a:schemeClr val="accent1"/>
              </a:solidFill>
            </a:endParaRPr>
          </a:p>
        </p:txBody>
      </p:sp>
      <p:sp>
        <p:nvSpPr>
          <p:cNvPr id="515" name="矩形 514">
            <a:extLst>
              <a:ext uri="{FF2B5EF4-FFF2-40B4-BE49-F238E27FC236}">
                <a16:creationId xmlns:a16="http://schemas.microsoft.com/office/drawing/2014/main" id="{7D8D3F08-E277-467F-8FD4-D9956991D70F}"/>
              </a:ext>
            </a:extLst>
          </p:cNvPr>
          <p:cNvSpPr/>
          <p:nvPr/>
        </p:nvSpPr>
        <p:spPr>
          <a:xfrm>
            <a:off x="6983354" y="2625803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16" name="矩形 515">
            <a:extLst>
              <a:ext uri="{FF2B5EF4-FFF2-40B4-BE49-F238E27FC236}">
                <a16:creationId xmlns:a16="http://schemas.microsoft.com/office/drawing/2014/main" id="{B207261A-659C-4951-8058-C1FE94AC3796}"/>
              </a:ext>
            </a:extLst>
          </p:cNvPr>
          <p:cNvSpPr/>
          <p:nvPr/>
        </p:nvSpPr>
        <p:spPr>
          <a:xfrm>
            <a:off x="6983354" y="2877416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17" name="矩形 516">
            <a:extLst>
              <a:ext uri="{FF2B5EF4-FFF2-40B4-BE49-F238E27FC236}">
                <a16:creationId xmlns:a16="http://schemas.microsoft.com/office/drawing/2014/main" id="{007E05EE-29A4-44D0-8A10-895AA58AF93B}"/>
              </a:ext>
            </a:extLst>
          </p:cNvPr>
          <p:cNvSpPr/>
          <p:nvPr/>
        </p:nvSpPr>
        <p:spPr>
          <a:xfrm>
            <a:off x="6983354" y="3380642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65D8E201-9C6D-491E-9B32-546E00306C8F}"/>
              </a:ext>
            </a:extLst>
          </p:cNvPr>
          <p:cNvSpPr/>
          <p:nvPr/>
        </p:nvSpPr>
        <p:spPr>
          <a:xfrm>
            <a:off x="6983354" y="3632255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19" name="文本框 518">
            <a:extLst>
              <a:ext uri="{FF2B5EF4-FFF2-40B4-BE49-F238E27FC236}">
                <a16:creationId xmlns:a16="http://schemas.microsoft.com/office/drawing/2014/main" id="{E1B59BAC-B589-495F-8E7B-A96E96365FE7}"/>
              </a:ext>
            </a:extLst>
          </p:cNvPr>
          <p:cNvSpPr txBox="1"/>
          <p:nvPr/>
        </p:nvSpPr>
        <p:spPr>
          <a:xfrm>
            <a:off x="6934354" y="3081447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2"/>
                </a:solidFill>
              </a:rPr>
              <a:t>…</a:t>
            </a:r>
            <a:endParaRPr lang="zh-CN" altLang="en-US" sz="2117" dirty="0">
              <a:solidFill>
                <a:schemeClr val="accent2"/>
              </a:solidFill>
            </a:endParaRPr>
          </a:p>
        </p:txBody>
      </p:sp>
      <p:sp>
        <p:nvSpPr>
          <p:cNvPr id="520" name="矩形 519">
            <a:extLst>
              <a:ext uri="{FF2B5EF4-FFF2-40B4-BE49-F238E27FC236}">
                <a16:creationId xmlns:a16="http://schemas.microsoft.com/office/drawing/2014/main" id="{49B1F5A5-D86F-4098-873E-0FE1F6C073CB}"/>
              </a:ext>
            </a:extLst>
          </p:cNvPr>
          <p:cNvSpPr/>
          <p:nvPr/>
        </p:nvSpPr>
        <p:spPr>
          <a:xfrm>
            <a:off x="7135754" y="2778203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21" name="矩形 520">
            <a:extLst>
              <a:ext uri="{FF2B5EF4-FFF2-40B4-BE49-F238E27FC236}">
                <a16:creationId xmlns:a16="http://schemas.microsoft.com/office/drawing/2014/main" id="{A5DB2D66-C59B-43BD-8E11-48D6AE168F1A}"/>
              </a:ext>
            </a:extLst>
          </p:cNvPr>
          <p:cNvSpPr/>
          <p:nvPr/>
        </p:nvSpPr>
        <p:spPr>
          <a:xfrm>
            <a:off x="7135754" y="3029816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22" name="矩形 521">
            <a:extLst>
              <a:ext uri="{FF2B5EF4-FFF2-40B4-BE49-F238E27FC236}">
                <a16:creationId xmlns:a16="http://schemas.microsoft.com/office/drawing/2014/main" id="{697A7B74-9108-44E8-B10B-872D5E1C38BC}"/>
              </a:ext>
            </a:extLst>
          </p:cNvPr>
          <p:cNvSpPr/>
          <p:nvPr/>
        </p:nvSpPr>
        <p:spPr>
          <a:xfrm>
            <a:off x="7135754" y="3533042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23" name="矩形 522">
            <a:extLst>
              <a:ext uri="{FF2B5EF4-FFF2-40B4-BE49-F238E27FC236}">
                <a16:creationId xmlns:a16="http://schemas.microsoft.com/office/drawing/2014/main" id="{9C287399-273A-4B8A-ABF7-3A071DD9F951}"/>
              </a:ext>
            </a:extLst>
          </p:cNvPr>
          <p:cNvSpPr/>
          <p:nvPr/>
        </p:nvSpPr>
        <p:spPr>
          <a:xfrm>
            <a:off x="7135754" y="3784655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24" name="文本框 523">
            <a:extLst>
              <a:ext uri="{FF2B5EF4-FFF2-40B4-BE49-F238E27FC236}">
                <a16:creationId xmlns:a16="http://schemas.microsoft.com/office/drawing/2014/main" id="{A8053696-9553-41E7-96FB-B741DA4B3233}"/>
              </a:ext>
            </a:extLst>
          </p:cNvPr>
          <p:cNvSpPr txBox="1"/>
          <p:nvPr/>
        </p:nvSpPr>
        <p:spPr>
          <a:xfrm>
            <a:off x="7086755" y="3233847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3"/>
                </a:solidFill>
              </a:rPr>
              <a:t>…</a:t>
            </a:r>
            <a:endParaRPr lang="zh-CN" altLang="en-US" sz="2117" dirty="0">
              <a:solidFill>
                <a:schemeClr val="accent3"/>
              </a:solidFill>
            </a:endParaRPr>
          </a:p>
        </p:txBody>
      </p:sp>
      <p:sp>
        <p:nvSpPr>
          <p:cNvPr id="525" name="矩形 524">
            <a:extLst>
              <a:ext uri="{FF2B5EF4-FFF2-40B4-BE49-F238E27FC236}">
                <a16:creationId xmlns:a16="http://schemas.microsoft.com/office/drawing/2014/main" id="{F4AA84F7-B099-43DE-A2DD-7B07422FF2A1}"/>
              </a:ext>
            </a:extLst>
          </p:cNvPr>
          <p:cNvSpPr/>
          <p:nvPr/>
        </p:nvSpPr>
        <p:spPr>
          <a:xfrm>
            <a:off x="7288154" y="2930603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26" name="矩形 525">
            <a:extLst>
              <a:ext uri="{FF2B5EF4-FFF2-40B4-BE49-F238E27FC236}">
                <a16:creationId xmlns:a16="http://schemas.microsoft.com/office/drawing/2014/main" id="{CBAE5849-FD1A-45E9-A10B-4F136C88C6FE}"/>
              </a:ext>
            </a:extLst>
          </p:cNvPr>
          <p:cNvSpPr/>
          <p:nvPr/>
        </p:nvSpPr>
        <p:spPr>
          <a:xfrm>
            <a:off x="7288154" y="3182216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27" name="矩形 526">
            <a:extLst>
              <a:ext uri="{FF2B5EF4-FFF2-40B4-BE49-F238E27FC236}">
                <a16:creationId xmlns:a16="http://schemas.microsoft.com/office/drawing/2014/main" id="{4F73361E-9E2A-4FF9-924C-172DA96254EC}"/>
              </a:ext>
            </a:extLst>
          </p:cNvPr>
          <p:cNvSpPr/>
          <p:nvPr/>
        </p:nvSpPr>
        <p:spPr>
          <a:xfrm>
            <a:off x="7288154" y="3685442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28" name="矩形 527">
            <a:extLst>
              <a:ext uri="{FF2B5EF4-FFF2-40B4-BE49-F238E27FC236}">
                <a16:creationId xmlns:a16="http://schemas.microsoft.com/office/drawing/2014/main" id="{864A6285-F035-443B-889E-0A984FABEDA1}"/>
              </a:ext>
            </a:extLst>
          </p:cNvPr>
          <p:cNvSpPr/>
          <p:nvPr/>
        </p:nvSpPr>
        <p:spPr>
          <a:xfrm>
            <a:off x="7288154" y="3937055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29" name="文本框 528">
            <a:extLst>
              <a:ext uri="{FF2B5EF4-FFF2-40B4-BE49-F238E27FC236}">
                <a16:creationId xmlns:a16="http://schemas.microsoft.com/office/drawing/2014/main" id="{E9B60CA9-7270-42EF-A1EC-C6C11FAD2CF3}"/>
              </a:ext>
            </a:extLst>
          </p:cNvPr>
          <p:cNvSpPr txBox="1"/>
          <p:nvPr/>
        </p:nvSpPr>
        <p:spPr>
          <a:xfrm>
            <a:off x="7239154" y="3386247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4"/>
                </a:solidFill>
              </a:rPr>
              <a:t>…</a:t>
            </a:r>
            <a:endParaRPr lang="zh-CN" altLang="en-US" sz="2117" dirty="0">
              <a:solidFill>
                <a:schemeClr val="accent4"/>
              </a:solidFill>
            </a:endParaRPr>
          </a:p>
        </p:txBody>
      </p:sp>
      <p:sp>
        <p:nvSpPr>
          <p:cNvPr id="530" name="矩形 529">
            <a:extLst>
              <a:ext uri="{FF2B5EF4-FFF2-40B4-BE49-F238E27FC236}">
                <a16:creationId xmlns:a16="http://schemas.microsoft.com/office/drawing/2014/main" id="{F5A0685E-7F0E-4398-8B9E-C4E6CAAC365D}"/>
              </a:ext>
            </a:extLst>
          </p:cNvPr>
          <p:cNvSpPr/>
          <p:nvPr/>
        </p:nvSpPr>
        <p:spPr>
          <a:xfrm>
            <a:off x="7442611" y="3075842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531" name="矩形 530">
            <a:extLst>
              <a:ext uri="{FF2B5EF4-FFF2-40B4-BE49-F238E27FC236}">
                <a16:creationId xmlns:a16="http://schemas.microsoft.com/office/drawing/2014/main" id="{C947634A-926B-477C-A005-71B254146ADC}"/>
              </a:ext>
            </a:extLst>
          </p:cNvPr>
          <p:cNvSpPr/>
          <p:nvPr/>
        </p:nvSpPr>
        <p:spPr>
          <a:xfrm>
            <a:off x="7442611" y="3327455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532" name="矩形 531">
            <a:extLst>
              <a:ext uri="{FF2B5EF4-FFF2-40B4-BE49-F238E27FC236}">
                <a16:creationId xmlns:a16="http://schemas.microsoft.com/office/drawing/2014/main" id="{083E5714-507F-4ACA-9C9C-C62494DA998B}"/>
              </a:ext>
            </a:extLst>
          </p:cNvPr>
          <p:cNvSpPr/>
          <p:nvPr/>
        </p:nvSpPr>
        <p:spPr>
          <a:xfrm>
            <a:off x="7442611" y="3830681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533" name="矩形 532">
            <a:extLst>
              <a:ext uri="{FF2B5EF4-FFF2-40B4-BE49-F238E27FC236}">
                <a16:creationId xmlns:a16="http://schemas.microsoft.com/office/drawing/2014/main" id="{2CFC554B-D239-4FAF-AB80-50901FD022BF}"/>
              </a:ext>
            </a:extLst>
          </p:cNvPr>
          <p:cNvSpPr/>
          <p:nvPr/>
        </p:nvSpPr>
        <p:spPr>
          <a:xfrm>
            <a:off x="7442611" y="4082294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534" name="文本框 533">
            <a:extLst>
              <a:ext uri="{FF2B5EF4-FFF2-40B4-BE49-F238E27FC236}">
                <a16:creationId xmlns:a16="http://schemas.microsoft.com/office/drawing/2014/main" id="{6B76CBA9-540E-4E43-9343-7D64A8DD0C1B}"/>
              </a:ext>
            </a:extLst>
          </p:cNvPr>
          <p:cNvSpPr txBox="1"/>
          <p:nvPr/>
        </p:nvSpPr>
        <p:spPr>
          <a:xfrm>
            <a:off x="7393611" y="3531486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1"/>
                </a:solidFill>
              </a:rPr>
              <a:t>…</a:t>
            </a:r>
            <a:endParaRPr lang="zh-CN" altLang="en-US" sz="2117" dirty="0">
              <a:solidFill>
                <a:schemeClr val="accent1"/>
              </a:solidFill>
            </a:endParaRPr>
          </a:p>
        </p:txBody>
      </p:sp>
      <p:sp>
        <p:nvSpPr>
          <p:cNvPr id="535" name="矩形 534">
            <a:extLst>
              <a:ext uri="{FF2B5EF4-FFF2-40B4-BE49-F238E27FC236}">
                <a16:creationId xmlns:a16="http://schemas.microsoft.com/office/drawing/2014/main" id="{161FE400-B865-4F5F-B007-7B46C74E7271}"/>
              </a:ext>
            </a:extLst>
          </p:cNvPr>
          <p:cNvSpPr/>
          <p:nvPr/>
        </p:nvSpPr>
        <p:spPr>
          <a:xfrm>
            <a:off x="7595011" y="3228242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36" name="矩形 535">
            <a:extLst>
              <a:ext uri="{FF2B5EF4-FFF2-40B4-BE49-F238E27FC236}">
                <a16:creationId xmlns:a16="http://schemas.microsoft.com/office/drawing/2014/main" id="{139FC116-E11E-40D4-A998-05A912EC1BF4}"/>
              </a:ext>
            </a:extLst>
          </p:cNvPr>
          <p:cNvSpPr/>
          <p:nvPr/>
        </p:nvSpPr>
        <p:spPr>
          <a:xfrm>
            <a:off x="7595011" y="3479855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37" name="矩形 536">
            <a:extLst>
              <a:ext uri="{FF2B5EF4-FFF2-40B4-BE49-F238E27FC236}">
                <a16:creationId xmlns:a16="http://schemas.microsoft.com/office/drawing/2014/main" id="{F79762F1-92B3-40E3-B0F6-23E8A08D1184}"/>
              </a:ext>
            </a:extLst>
          </p:cNvPr>
          <p:cNvSpPr/>
          <p:nvPr/>
        </p:nvSpPr>
        <p:spPr>
          <a:xfrm>
            <a:off x="7595011" y="3983081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38" name="矩形 537">
            <a:extLst>
              <a:ext uri="{FF2B5EF4-FFF2-40B4-BE49-F238E27FC236}">
                <a16:creationId xmlns:a16="http://schemas.microsoft.com/office/drawing/2014/main" id="{46F7D26E-797B-4212-A4F7-DECFB8F43202}"/>
              </a:ext>
            </a:extLst>
          </p:cNvPr>
          <p:cNvSpPr/>
          <p:nvPr/>
        </p:nvSpPr>
        <p:spPr>
          <a:xfrm>
            <a:off x="7595011" y="4234694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39" name="文本框 538">
            <a:extLst>
              <a:ext uri="{FF2B5EF4-FFF2-40B4-BE49-F238E27FC236}">
                <a16:creationId xmlns:a16="http://schemas.microsoft.com/office/drawing/2014/main" id="{5792746C-5AB4-47B5-BFA1-FD58D94255FA}"/>
              </a:ext>
            </a:extLst>
          </p:cNvPr>
          <p:cNvSpPr txBox="1"/>
          <p:nvPr/>
        </p:nvSpPr>
        <p:spPr>
          <a:xfrm>
            <a:off x="7546011" y="3683886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2"/>
                </a:solidFill>
              </a:rPr>
              <a:t>…</a:t>
            </a:r>
            <a:endParaRPr lang="zh-CN" altLang="en-US" sz="2117" dirty="0">
              <a:solidFill>
                <a:schemeClr val="accent2"/>
              </a:solidFill>
            </a:endParaRPr>
          </a:p>
        </p:txBody>
      </p:sp>
      <p:sp>
        <p:nvSpPr>
          <p:cNvPr id="540" name="矩形 539">
            <a:extLst>
              <a:ext uri="{FF2B5EF4-FFF2-40B4-BE49-F238E27FC236}">
                <a16:creationId xmlns:a16="http://schemas.microsoft.com/office/drawing/2014/main" id="{F7B42205-D70B-4DDF-8A72-F346C8AC7DC0}"/>
              </a:ext>
            </a:extLst>
          </p:cNvPr>
          <p:cNvSpPr/>
          <p:nvPr/>
        </p:nvSpPr>
        <p:spPr>
          <a:xfrm>
            <a:off x="7747411" y="3380642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41" name="矩形 540">
            <a:extLst>
              <a:ext uri="{FF2B5EF4-FFF2-40B4-BE49-F238E27FC236}">
                <a16:creationId xmlns:a16="http://schemas.microsoft.com/office/drawing/2014/main" id="{71F5DD2F-F783-4B34-AF31-61E60D85CE5E}"/>
              </a:ext>
            </a:extLst>
          </p:cNvPr>
          <p:cNvSpPr/>
          <p:nvPr/>
        </p:nvSpPr>
        <p:spPr>
          <a:xfrm>
            <a:off x="7747411" y="3632255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42" name="矩形 541">
            <a:extLst>
              <a:ext uri="{FF2B5EF4-FFF2-40B4-BE49-F238E27FC236}">
                <a16:creationId xmlns:a16="http://schemas.microsoft.com/office/drawing/2014/main" id="{22800576-59BD-4CF3-8E61-B8A63A1ABFA3}"/>
              </a:ext>
            </a:extLst>
          </p:cNvPr>
          <p:cNvSpPr/>
          <p:nvPr/>
        </p:nvSpPr>
        <p:spPr>
          <a:xfrm>
            <a:off x="7747411" y="4135481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43" name="矩形 542">
            <a:extLst>
              <a:ext uri="{FF2B5EF4-FFF2-40B4-BE49-F238E27FC236}">
                <a16:creationId xmlns:a16="http://schemas.microsoft.com/office/drawing/2014/main" id="{06B8B5A6-934F-4637-8DE6-C9B6F56066AB}"/>
              </a:ext>
            </a:extLst>
          </p:cNvPr>
          <p:cNvSpPr/>
          <p:nvPr/>
        </p:nvSpPr>
        <p:spPr>
          <a:xfrm>
            <a:off x="7747411" y="4387094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44" name="文本框 543">
            <a:extLst>
              <a:ext uri="{FF2B5EF4-FFF2-40B4-BE49-F238E27FC236}">
                <a16:creationId xmlns:a16="http://schemas.microsoft.com/office/drawing/2014/main" id="{219E732B-D9D0-44FA-9326-1D3639D184D7}"/>
              </a:ext>
            </a:extLst>
          </p:cNvPr>
          <p:cNvSpPr txBox="1"/>
          <p:nvPr/>
        </p:nvSpPr>
        <p:spPr>
          <a:xfrm>
            <a:off x="7698412" y="3836286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3"/>
                </a:solidFill>
              </a:rPr>
              <a:t>…</a:t>
            </a:r>
            <a:endParaRPr lang="zh-CN" altLang="en-US" sz="2117" dirty="0">
              <a:solidFill>
                <a:schemeClr val="accent3"/>
              </a:solidFill>
            </a:endParaRPr>
          </a:p>
        </p:txBody>
      </p:sp>
      <p:sp>
        <p:nvSpPr>
          <p:cNvPr id="545" name="矩形 544">
            <a:extLst>
              <a:ext uri="{FF2B5EF4-FFF2-40B4-BE49-F238E27FC236}">
                <a16:creationId xmlns:a16="http://schemas.microsoft.com/office/drawing/2014/main" id="{18467C13-0E29-43F7-B0F9-535C364C6D3C}"/>
              </a:ext>
            </a:extLst>
          </p:cNvPr>
          <p:cNvSpPr/>
          <p:nvPr/>
        </p:nvSpPr>
        <p:spPr>
          <a:xfrm>
            <a:off x="7899811" y="3533042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46" name="矩形 545">
            <a:extLst>
              <a:ext uri="{FF2B5EF4-FFF2-40B4-BE49-F238E27FC236}">
                <a16:creationId xmlns:a16="http://schemas.microsoft.com/office/drawing/2014/main" id="{78A35E30-2157-43B3-94A0-4959698EE4B3}"/>
              </a:ext>
            </a:extLst>
          </p:cNvPr>
          <p:cNvSpPr/>
          <p:nvPr/>
        </p:nvSpPr>
        <p:spPr>
          <a:xfrm>
            <a:off x="7899811" y="3784655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47" name="矩形 546">
            <a:extLst>
              <a:ext uri="{FF2B5EF4-FFF2-40B4-BE49-F238E27FC236}">
                <a16:creationId xmlns:a16="http://schemas.microsoft.com/office/drawing/2014/main" id="{2A9BDA41-7F36-4165-9030-36BC9EFF9657}"/>
              </a:ext>
            </a:extLst>
          </p:cNvPr>
          <p:cNvSpPr/>
          <p:nvPr/>
        </p:nvSpPr>
        <p:spPr>
          <a:xfrm>
            <a:off x="7899811" y="4287881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48" name="矩形 547">
            <a:extLst>
              <a:ext uri="{FF2B5EF4-FFF2-40B4-BE49-F238E27FC236}">
                <a16:creationId xmlns:a16="http://schemas.microsoft.com/office/drawing/2014/main" id="{8CC10DE4-BE3F-4A98-A0C8-953761590589}"/>
              </a:ext>
            </a:extLst>
          </p:cNvPr>
          <p:cNvSpPr/>
          <p:nvPr/>
        </p:nvSpPr>
        <p:spPr>
          <a:xfrm>
            <a:off x="7899811" y="4539494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49" name="文本框 548">
            <a:extLst>
              <a:ext uri="{FF2B5EF4-FFF2-40B4-BE49-F238E27FC236}">
                <a16:creationId xmlns:a16="http://schemas.microsoft.com/office/drawing/2014/main" id="{9FEF5E5B-B96E-48FF-AD85-E5B90DE71019}"/>
              </a:ext>
            </a:extLst>
          </p:cNvPr>
          <p:cNvSpPr txBox="1"/>
          <p:nvPr/>
        </p:nvSpPr>
        <p:spPr>
          <a:xfrm>
            <a:off x="7850811" y="3988686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4"/>
                </a:solidFill>
              </a:rPr>
              <a:t>…</a:t>
            </a:r>
            <a:endParaRPr lang="zh-CN" altLang="en-US" sz="2117" dirty="0">
              <a:solidFill>
                <a:schemeClr val="accent4"/>
              </a:solidFill>
            </a:endParaRPr>
          </a:p>
        </p:txBody>
      </p:sp>
      <p:sp>
        <p:nvSpPr>
          <p:cNvPr id="550" name="文本框 549">
            <a:extLst>
              <a:ext uri="{FF2B5EF4-FFF2-40B4-BE49-F238E27FC236}">
                <a16:creationId xmlns:a16="http://schemas.microsoft.com/office/drawing/2014/main" id="{876F8CE6-1F76-49AC-819E-962B8838831A}"/>
              </a:ext>
            </a:extLst>
          </p:cNvPr>
          <p:cNvSpPr txBox="1"/>
          <p:nvPr/>
        </p:nvSpPr>
        <p:spPr>
          <a:xfrm rot="2999738">
            <a:off x="8643622" y="2780557"/>
            <a:ext cx="277467" cy="4181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117" dirty="0"/>
              <a:t>…</a:t>
            </a:r>
            <a:endParaRPr lang="zh-CN" altLang="en-US" sz="2117" dirty="0"/>
          </a:p>
        </p:txBody>
      </p:sp>
      <p:sp>
        <p:nvSpPr>
          <p:cNvPr id="551" name="文本框 550">
            <a:extLst>
              <a:ext uri="{FF2B5EF4-FFF2-40B4-BE49-F238E27FC236}">
                <a16:creationId xmlns:a16="http://schemas.microsoft.com/office/drawing/2014/main" id="{E533F901-85FC-4750-A1D8-C8CB8B9877E0}"/>
              </a:ext>
            </a:extLst>
          </p:cNvPr>
          <p:cNvSpPr txBox="1"/>
          <p:nvPr/>
        </p:nvSpPr>
        <p:spPr>
          <a:xfrm rot="2999738">
            <a:off x="8650074" y="2238101"/>
            <a:ext cx="277467" cy="4181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117" dirty="0"/>
              <a:t>…</a:t>
            </a:r>
            <a:endParaRPr lang="zh-CN" altLang="en-US" sz="2117" dirty="0"/>
          </a:p>
        </p:txBody>
      </p:sp>
      <p:sp>
        <p:nvSpPr>
          <p:cNvPr id="552" name="文本框 551">
            <a:extLst>
              <a:ext uri="{FF2B5EF4-FFF2-40B4-BE49-F238E27FC236}">
                <a16:creationId xmlns:a16="http://schemas.microsoft.com/office/drawing/2014/main" id="{FFD17FDF-A28F-4FFB-A1E9-B43124DF2A22}"/>
              </a:ext>
            </a:extLst>
          </p:cNvPr>
          <p:cNvSpPr txBox="1"/>
          <p:nvPr/>
        </p:nvSpPr>
        <p:spPr>
          <a:xfrm rot="2999738">
            <a:off x="8647089" y="2514336"/>
            <a:ext cx="277467" cy="4181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117" dirty="0"/>
              <a:t>…</a:t>
            </a:r>
            <a:endParaRPr lang="zh-CN" altLang="en-US" sz="2117" dirty="0"/>
          </a:p>
        </p:txBody>
      </p:sp>
      <p:sp>
        <p:nvSpPr>
          <p:cNvPr id="554" name="矩形 553">
            <a:extLst>
              <a:ext uri="{FF2B5EF4-FFF2-40B4-BE49-F238E27FC236}">
                <a16:creationId xmlns:a16="http://schemas.microsoft.com/office/drawing/2014/main" id="{171DB090-9E32-42A1-BE34-363A9C826330}"/>
              </a:ext>
            </a:extLst>
          </p:cNvPr>
          <p:cNvSpPr/>
          <p:nvPr/>
        </p:nvSpPr>
        <p:spPr>
          <a:xfrm>
            <a:off x="7339673" y="1163806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555" name="矩形 554">
            <a:extLst>
              <a:ext uri="{FF2B5EF4-FFF2-40B4-BE49-F238E27FC236}">
                <a16:creationId xmlns:a16="http://schemas.microsoft.com/office/drawing/2014/main" id="{4C5EC445-2CFA-41F8-92D5-681E973507A6}"/>
              </a:ext>
            </a:extLst>
          </p:cNvPr>
          <p:cNvSpPr/>
          <p:nvPr/>
        </p:nvSpPr>
        <p:spPr>
          <a:xfrm>
            <a:off x="7339673" y="1667032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557" name="文本框 556">
            <a:extLst>
              <a:ext uri="{FF2B5EF4-FFF2-40B4-BE49-F238E27FC236}">
                <a16:creationId xmlns:a16="http://schemas.microsoft.com/office/drawing/2014/main" id="{DF5DDE46-3592-4174-BCB2-8E394E88762E}"/>
              </a:ext>
            </a:extLst>
          </p:cNvPr>
          <p:cNvSpPr txBox="1"/>
          <p:nvPr/>
        </p:nvSpPr>
        <p:spPr>
          <a:xfrm>
            <a:off x="7290673" y="1367837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1"/>
                </a:solidFill>
              </a:rPr>
              <a:t>…</a:t>
            </a:r>
            <a:endParaRPr lang="zh-CN" altLang="en-US" sz="2117" dirty="0">
              <a:solidFill>
                <a:schemeClr val="accent1"/>
              </a:solidFill>
            </a:endParaRPr>
          </a:p>
        </p:txBody>
      </p:sp>
      <p:sp>
        <p:nvSpPr>
          <p:cNvPr id="559" name="矩形 558">
            <a:extLst>
              <a:ext uri="{FF2B5EF4-FFF2-40B4-BE49-F238E27FC236}">
                <a16:creationId xmlns:a16="http://schemas.microsoft.com/office/drawing/2014/main" id="{22EF0C58-317E-447A-A2A8-3741B4118582}"/>
              </a:ext>
            </a:extLst>
          </p:cNvPr>
          <p:cNvSpPr/>
          <p:nvPr/>
        </p:nvSpPr>
        <p:spPr>
          <a:xfrm>
            <a:off x="7492073" y="1316206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60" name="矩形 559">
            <a:extLst>
              <a:ext uri="{FF2B5EF4-FFF2-40B4-BE49-F238E27FC236}">
                <a16:creationId xmlns:a16="http://schemas.microsoft.com/office/drawing/2014/main" id="{10B0A715-806B-4F2B-81FE-95701D56ABBB}"/>
              </a:ext>
            </a:extLst>
          </p:cNvPr>
          <p:cNvSpPr/>
          <p:nvPr/>
        </p:nvSpPr>
        <p:spPr>
          <a:xfrm>
            <a:off x="7492073" y="1819432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62" name="文本框 561">
            <a:extLst>
              <a:ext uri="{FF2B5EF4-FFF2-40B4-BE49-F238E27FC236}">
                <a16:creationId xmlns:a16="http://schemas.microsoft.com/office/drawing/2014/main" id="{F1886EEC-DF27-43B4-A786-579E06C42D21}"/>
              </a:ext>
            </a:extLst>
          </p:cNvPr>
          <p:cNvSpPr txBox="1"/>
          <p:nvPr/>
        </p:nvSpPr>
        <p:spPr>
          <a:xfrm>
            <a:off x="7443073" y="1520237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2"/>
                </a:solidFill>
              </a:rPr>
              <a:t>…</a:t>
            </a:r>
            <a:endParaRPr lang="zh-CN" altLang="en-US" sz="2117" dirty="0">
              <a:solidFill>
                <a:schemeClr val="accent2"/>
              </a:solidFill>
            </a:endParaRPr>
          </a:p>
        </p:txBody>
      </p:sp>
      <p:sp>
        <p:nvSpPr>
          <p:cNvPr id="564" name="矩形 563">
            <a:extLst>
              <a:ext uri="{FF2B5EF4-FFF2-40B4-BE49-F238E27FC236}">
                <a16:creationId xmlns:a16="http://schemas.microsoft.com/office/drawing/2014/main" id="{F9DDB78F-BA30-4088-AF89-09F0A40C8F55}"/>
              </a:ext>
            </a:extLst>
          </p:cNvPr>
          <p:cNvSpPr/>
          <p:nvPr/>
        </p:nvSpPr>
        <p:spPr>
          <a:xfrm>
            <a:off x="7644473" y="1468606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65" name="矩形 564">
            <a:extLst>
              <a:ext uri="{FF2B5EF4-FFF2-40B4-BE49-F238E27FC236}">
                <a16:creationId xmlns:a16="http://schemas.microsoft.com/office/drawing/2014/main" id="{7C422D44-D44C-4BAE-AE7B-A30D236AC453}"/>
              </a:ext>
            </a:extLst>
          </p:cNvPr>
          <p:cNvSpPr/>
          <p:nvPr/>
        </p:nvSpPr>
        <p:spPr>
          <a:xfrm>
            <a:off x="7644473" y="1971832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67" name="文本框 566">
            <a:extLst>
              <a:ext uri="{FF2B5EF4-FFF2-40B4-BE49-F238E27FC236}">
                <a16:creationId xmlns:a16="http://schemas.microsoft.com/office/drawing/2014/main" id="{0AABFDFA-732A-48DD-B36C-83945619B557}"/>
              </a:ext>
            </a:extLst>
          </p:cNvPr>
          <p:cNvSpPr txBox="1"/>
          <p:nvPr/>
        </p:nvSpPr>
        <p:spPr>
          <a:xfrm>
            <a:off x="7595474" y="1672637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3"/>
                </a:solidFill>
              </a:rPr>
              <a:t>…</a:t>
            </a:r>
            <a:endParaRPr lang="zh-CN" altLang="en-US" sz="2117" dirty="0">
              <a:solidFill>
                <a:schemeClr val="accent3"/>
              </a:solidFill>
            </a:endParaRPr>
          </a:p>
        </p:txBody>
      </p:sp>
      <p:sp>
        <p:nvSpPr>
          <p:cNvPr id="569" name="矩形 568">
            <a:extLst>
              <a:ext uri="{FF2B5EF4-FFF2-40B4-BE49-F238E27FC236}">
                <a16:creationId xmlns:a16="http://schemas.microsoft.com/office/drawing/2014/main" id="{27228999-B337-4519-893D-F2DFBBE4201C}"/>
              </a:ext>
            </a:extLst>
          </p:cNvPr>
          <p:cNvSpPr/>
          <p:nvPr/>
        </p:nvSpPr>
        <p:spPr>
          <a:xfrm>
            <a:off x="7796873" y="1621006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70" name="矩形 569">
            <a:extLst>
              <a:ext uri="{FF2B5EF4-FFF2-40B4-BE49-F238E27FC236}">
                <a16:creationId xmlns:a16="http://schemas.microsoft.com/office/drawing/2014/main" id="{E5F6AE76-6CA7-4EF6-B6B7-AA6C4B9F5905}"/>
              </a:ext>
            </a:extLst>
          </p:cNvPr>
          <p:cNvSpPr/>
          <p:nvPr/>
        </p:nvSpPr>
        <p:spPr>
          <a:xfrm>
            <a:off x="7796873" y="2124232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72" name="文本框 571">
            <a:extLst>
              <a:ext uri="{FF2B5EF4-FFF2-40B4-BE49-F238E27FC236}">
                <a16:creationId xmlns:a16="http://schemas.microsoft.com/office/drawing/2014/main" id="{5599E64F-B63E-498B-A125-872D5D6F62DD}"/>
              </a:ext>
            </a:extLst>
          </p:cNvPr>
          <p:cNvSpPr txBox="1"/>
          <p:nvPr/>
        </p:nvSpPr>
        <p:spPr>
          <a:xfrm>
            <a:off x="7747873" y="1825037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4"/>
                </a:solidFill>
              </a:rPr>
              <a:t>…</a:t>
            </a:r>
            <a:endParaRPr lang="zh-CN" altLang="en-US" sz="2117" dirty="0">
              <a:solidFill>
                <a:schemeClr val="accent4"/>
              </a:solidFill>
            </a:endParaRPr>
          </a:p>
        </p:txBody>
      </p:sp>
      <p:sp>
        <p:nvSpPr>
          <p:cNvPr id="574" name="矩形 573">
            <a:extLst>
              <a:ext uri="{FF2B5EF4-FFF2-40B4-BE49-F238E27FC236}">
                <a16:creationId xmlns:a16="http://schemas.microsoft.com/office/drawing/2014/main" id="{E9358DDE-5A75-4ECE-86C1-F51C5FEEFF9C}"/>
              </a:ext>
            </a:extLst>
          </p:cNvPr>
          <p:cNvSpPr/>
          <p:nvPr/>
        </p:nvSpPr>
        <p:spPr>
          <a:xfrm>
            <a:off x="7951330" y="1766245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575" name="矩形 574">
            <a:extLst>
              <a:ext uri="{FF2B5EF4-FFF2-40B4-BE49-F238E27FC236}">
                <a16:creationId xmlns:a16="http://schemas.microsoft.com/office/drawing/2014/main" id="{279C4F52-7590-48A3-82DA-EEBC32563402}"/>
              </a:ext>
            </a:extLst>
          </p:cNvPr>
          <p:cNvSpPr/>
          <p:nvPr/>
        </p:nvSpPr>
        <p:spPr>
          <a:xfrm>
            <a:off x="7951330" y="2269471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577" name="文本框 576">
            <a:extLst>
              <a:ext uri="{FF2B5EF4-FFF2-40B4-BE49-F238E27FC236}">
                <a16:creationId xmlns:a16="http://schemas.microsoft.com/office/drawing/2014/main" id="{D92C2E36-59A9-4D18-AB7C-2314E32BB79A}"/>
              </a:ext>
            </a:extLst>
          </p:cNvPr>
          <p:cNvSpPr txBox="1"/>
          <p:nvPr/>
        </p:nvSpPr>
        <p:spPr>
          <a:xfrm>
            <a:off x="7902330" y="1970276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1"/>
                </a:solidFill>
              </a:rPr>
              <a:t>…</a:t>
            </a:r>
            <a:endParaRPr lang="zh-CN" altLang="en-US" sz="2117" dirty="0">
              <a:solidFill>
                <a:schemeClr val="accent1"/>
              </a:solidFill>
            </a:endParaRPr>
          </a:p>
        </p:txBody>
      </p:sp>
      <p:sp>
        <p:nvSpPr>
          <p:cNvPr id="579" name="矩形 578">
            <a:extLst>
              <a:ext uri="{FF2B5EF4-FFF2-40B4-BE49-F238E27FC236}">
                <a16:creationId xmlns:a16="http://schemas.microsoft.com/office/drawing/2014/main" id="{8F5FC675-98E8-4A89-9A27-BF35278EF7D0}"/>
              </a:ext>
            </a:extLst>
          </p:cNvPr>
          <p:cNvSpPr/>
          <p:nvPr/>
        </p:nvSpPr>
        <p:spPr>
          <a:xfrm>
            <a:off x="8103730" y="1918645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80" name="矩形 579">
            <a:extLst>
              <a:ext uri="{FF2B5EF4-FFF2-40B4-BE49-F238E27FC236}">
                <a16:creationId xmlns:a16="http://schemas.microsoft.com/office/drawing/2014/main" id="{D1B2A36D-FD95-44A2-8E3C-EE141683B8E4}"/>
              </a:ext>
            </a:extLst>
          </p:cNvPr>
          <p:cNvSpPr/>
          <p:nvPr/>
        </p:nvSpPr>
        <p:spPr>
          <a:xfrm>
            <a:off x="8103730" y="2421871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82" name="文本框 581">
            <a:extLst>
              <a:ext uri="{FF2B5EF4-FFF2-40B4-BE49-F238E27FC236}">
                <a16:creationId xmlns:a16="http://schemas.microsoft.com/office/drawing/2014/main" id="{D4E8FB4C-25FF-4ECD-AE81-9AFBF61BE378}"/>
              </a:ext>
            </a:extLst>
          </p:cNvPr>
          <p:cNvSpPr txBox="1"/>
          <p:nvPr/>
        </p:nvSpPr>
        <p:spPr>
          <a:xfrm>
            <a:off x="8054730" y="2122676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2"/>
                </a:solidFill>
              </a:rPr>
              <a:t>…</a:t>
            </a:r>
            <a:endParaRPr lang="zh-CN" altLang="en-US" sz="2117" dirty="0">
              <a:solidFill>
                <a:schemeClr val="accent2"/>
              </a:solidFill>
            </a:endParaRPr>
          </a:p>
        </p:txBody>
      </p:sp>
      <p:sp>
        <p:nvSpPr>
          <p:cNvPr id="584" name="矩形 583">
            <a:extLst>
              <a:ext uri="{FF2B5EF4-FFF2-40B4-BE49-F238E27FC236}">
                <a16:creationId xmlns:a16="http://schemas.microsoft.com/office/drawing/2014/main" id="{CA00241C-6707-48D4-8EAE-085318AB491E}"/>
              </a:ext>
            </a:extLst>
          </p:cNvPr>
          <p:cNvSpPr/>
          <p:nvPr/>
        </p:nvSpPr>
        <p:spPr>
          <a:xfrm>
            <a:off x="8256130" y="2071045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85" name="矩形 584">
            <a:extLst>
              <a:ext uri="{FF2B5EF4-FFF2-40B4-BE49-F238E27FC236}">
                <a16:creationId xmlns:a16="http://schemas.microsoft.com/office/drawing/2014/main" id="{482D8031-4D5B-490E-A574-A9BB4E1D514B}"/>
              </a:ext>
            </a:extLst>
          </p:cNvPr>
          <p:cNvSpPr/>
          <p:nvPr/>
        </p:nvSpPr>
        <p:spPr>
          <a:xfrm>
            <a:off x="8256130" y="2574271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87" name="文本框 586">
            <a:extLst>
              <a:ext uri="{FF2B5EF4-FFF2-40B4-BE49-F238E27FC236}">
                <a16:creationId xmlns:a16="http://schemas.microsoft.com/office/drawing/2014/main" id="{5838AB87-E6F6-4EA5-BBEA-E9E4E2483B0B}"/>
              </a:ext>
            </a:extLst>
          </p:cNvPr>
          <p:cNvSpPr txBox="1"/>
          <p:nvPr/>
        </p:nvSpPr>
        <p:spPr>
          <a:xfrm>
            <a:off x="8207131" y="2275076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3"/>
                </a:solidFill>
              </a:rPr>
              <a:t>…</a:t>
            </a:r>
            <a:endParaRPr lang="zh-CN" altLang="en-US" sz="2117" dirty="0">
              <a:solidFill>
                <a:schemeClr val="accent3"/>
              </a:solidFill>
            </a:endParaRPr>
          </a:p>
        </p:txBody>
      </p:sp>
      <p:sp>
        <p:nvSpPr>
          <p:cNvPr id="589" name="矩形 588">
            <a:extLst>
              <a:ext uri="{FF2B5EF4-FFF2-40B4-BE49-F238E27FC236}">
                <a16:creationId xmlns:a16="http://schemas.microsoft.com/office/drawing/2014/main" id="{15276A20-2034-4E57-AD87-9ABCBFA21C8C}"/>
              </a:ext>
            </a:extLst>
          </p:cNvPr>
          <p:cNvSpPr/>
          <p:nvPr/>
        </p:nvSpPr>
        <p:spPr>
          <a:xfrm>
            <a:off x="8408530" y="2223445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90" name="矩形 589">
            <a:extLst>
              <a:ext uri="{FF2B5EF4-FFF2-40B4-BE49-F238E27FC236}">
                <a16:creationId xmlns:a16="http://schemas.microsoft.com/office/drawing/2014/main" id="{E57CF8A2-85CD-434D-AFD5-9A8444415A97}"/>
              </a:ext>
            </a:extLst>
          </p:cNvPr>
          <p:cNvSpPr/>
          <p:nvPr/>
        </p:nvSpPr>
        <p:spPr>
          <a:xfrm>
            <a:off x="8408530" y="2726671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592" name="文本框 591">
            <a:extLst>
              <a:ext uri="{FF2B5EF4-FFF2-40B4-BE49-F238E27FC236}">
                <a16:creationId xmlns:a16="http://schemas.microsoft.com/office/drawing/2014/main" id="{DC0C92B1-35EF-4B96-A3C9-A73C9FA360EE}"/>
              </a:ext>
            </a:extLst>
          </p:cNvPr>
          <p:cNvSpPr txBox="1"/>
          <p:nvPr/>
        </p:nvSpPr>
        <p:spPr>
          <a:xfrm>
            <a:off x="8359530" y="2427476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4"/>
                </a:solidFill>
              </a:rPr>
              <a:t>…</a:t>
            </a:r>
            <a:endParaRPr lang="zh-CN" altLang="en-US" sz="2117" dirty="0">
              <a:solidFill>
                <a:schemeClr val="accent4"/>
              </a:solidFill>
            </a:endParaRPr>
          </a:p>
        </p:txBody>
      </p:sp>
      <p:sp>
        <p:nvSpPr>
          <p:cNvPr id="594" name="矩形 593">
            <a:extLst>
              <a:ext uri="{FF2B5EF4-FFF2-40B4-BE49-F238E27FC236}">
                <a16:creationId xmlns:a16="http://schemas.microsoft.com/office/drawing/2014/main" id="{D928E0E1-2E74-4DF4-8DB4-3DF26D865D89}"/>
              </a:ext>
            </a:extLst>
          </p:cNvPr>
          <p:cNvSpPr/>
          <p:nvPr/>
        </p:nvSpPr>
        <p:spPr>
          <a:xfrm>
            <a:off x="8888576" y="2702960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595" name="矩形 594">
            <a:extLst>
              <a:ext uri="{FF2B5EF4-FFF2-40B4-BE49-F238E27FC236}">
                <a16:creationId xmlns:a16="http://schemas.microsoft.com/office/drawing/2014/main" id="{F61A243E-0D6F-4DA3-BFDD-051272C64E45}"/>
              </a:ext>
            </a:extLst>
          </p:cNvPr>
          <p:cNvSpPr/>
          <p:nvPr/>
        </p:nvSpPr>
        <p:spPr>
          <a:xfrm>
            <a:off x="8888576" y="3206186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597" name="文本框 596">
            <a:extLst>
              <a:ext uri="{FF2B5EF4-FFF2-40B4-BE49-F238E27FC236}">
                <a16:creationId xmlns:a16="http://schemas.microsoft.com/office/drawing/2014/main" id="{0AAED3B4-D471-4A70-8231-F1255D19E6B1}"/>
              </a:ext>
            </a:extLst>
          </p:cNvPr>
          <p:cNvSpPr txBox="1"/>
          <p:nvPr/>
        </p:nvSpPr>
        <p:spPr>
          <a:xfrm>
            <a:off x="8839576" y="2906991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1"/>
                </a:solidFill>
              </a:rPr>
              <a:t>…</a:t>
            </a:r>
            <a:endParaRPr lang="zh-CN" altLang="en-US" sz="2117" dirty="0">
              <a:solidFill>
                <a:schemeClr val="accent1"/>
              </a:solidFill>
            </a:endParaRPr>
          </a:p>
        </p:txBody>
      </p:sp>
      <p:sp>
        <p:nvSpPr>
          <p:cNvPr id="599" name="矩形 598">
            <a:extLst>
              <a:ext uri="{FF2B5EF4-FFF2-40B4-BE49-F238E27FC236}">
                <a16:creationId xmlns:a16="http://schemas.microsoft.com/office/drawing/2014/main" id="{E092A0BA-8018-4AC1-95FC-596FD6D2F0EF}"/>
              </a:ext>
            </a:extLst>
          </p:cNvPr>
          <p:cNvSpPr/>
          <p:nvPr/>
        </p:nvSpPr>
        <p:spPr>
          <a:xfrm>
            <a:off x="9040976" y="2855360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600" name="矩形 599">
            <a:extLst>
              <a:ext uri="{FF2B5EF4-FFF2-40B4-BE49-F238E27FC236}">
                <a16:creationId xmlns:a16="http://schemas.microsoft.com/office/drawing/2014/main" id="{57A43B7C-598C-4745-8088-9D157D297339}"/>
              </a:ext>
            </a:extLst>
          </p:cNvPr>
          <p:cNvSpPr/>
          <p:nvPr/>
        </p:nvSpPr>
        <p:spPr>
          <a:xfrm>
            <a:off x="9040976" y="3358586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602" name="文本框 601">
            <a:extLst>
              <a:ext uri="{FF2B5EF4-FFF2-40B4-BE49-F238E27FC236}">
                <a16:creationId xmlns:a16="http://schemas.microsoft.com/office/drawing/2014/main" id="{AB5F6EAE-7728-4374-BC7A-21F63D3E2AE4}"/>
              </a:ext>
            </a:extLst>
          </p:cNvPr>
          <p:cNvSpPr txBox="1"/>
          <p:nvPr/>
        </p:nvSpPr>
        <p:spPr>
          <a:xfrm>
            <a:off x="8991976" y="3059391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2"/>
                </a:solidFill>
              </a:rPr>
              <a:t>…</a:t>
            </a:r>
            <a:endParaRPr lang="zh-CN" altLang="en-US" sz="2117" dirty="0">
              <a:solidFill>
                <a:schemeClr val="accent2"/>
              </a:solidFill>
            </a:endParaRPr>
          </a:p>
        </p:txBody>
      </p:sp>
      <p:sp>
        <p:nvSpPr>
          <p:cNvPr id="604" name="矩形 603">
            <a:extLst>
              <a:ext uri="{FF2B5EF4-FFF2-40B4-BE49-F238E27FC236}">
                <a16:creationId xmlns:a16="http://schemas.microsoft.com/office/drawing/2014/main" id="{8B21030B-3031-41FD-9772-F65B1AB189FA}"/>
              </a:ext>
            </a:extLst>
          </p:cNvPr>
          <p:cNvSpPr/>
          <p:nvPr/>
        </p:nvSpPr>
        <p:spPr>
          <a:xfrm>
            <a:off x="9193376" y="3007760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605" name="矩形 604">
            <a:extLst>
              <a:ext uri="{FF2B5EF4-FFF2-40B4-BE49-F238E27FC236}">
                <a16:creationId xmlns:a16="http://schemas.microsoft.com/office/drawing/2014/main" id="{2196D02E-32EB-4B0A-A26D-9B6E884F9611}"/>
              </a:ext>
            </a:extLst>
          </p:cNvPr>
          <p:cNvSpPr/>
          <p:nvPr/>
        </p:nvSpPr>
        <p:spPr>
          <a:xfrm>
            <a:off x="9193376" y="3510986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607" name="文本框 606">
            <a:extLst>
              <a:ext uri="{FF2B5EF4-FFF2-40B4-BE49-F238E27FC236}">
                <a16:creationId xmlns:a16="http://schemas.microsoft.com/office/drawing/2014/main" id="{165761F1-6521-4DB8-8D05-321AB38457C0}"/>
              </a:ext>
            </a:extLst>
          </p:cNvPr>
          <p:cNvSpPr txBox="1"/>
          <p:nvPr/>
        </p:nvSpPr>
        <p:spPr>
          <a:xfrm>
            <a:off x="9144377" y="3211791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3"/>
                </a:solidFill>
              </a:rPr>
              <a:t>…</a:t>
            </a:r>
            <a:endParaRPr lang="zh-CN" altLang="en-US" sz="2117" dirty="0">
              <a:solidFill>
                <a:schemeClr val="accent3"/>
              </a:solidFill>
            </a:endParaRPr>
          </a:p>
        </p:txBody>
      </p:sp>
      <p:sp>
        <p:nvSpPr>
          <p:cNvPr id="609" name="矩形 608">
            <a:extLst>
              <a:ext uri="{FF2B5EF4-FFF2-40B4-BE49-F238E27FC236}">
                <a16:creationId xmlns:a16="http://schemas.microsoft.com/office/drawing/2014/main" id="{D9BB6A35-8A31-4C80-A365-CC321482C0DD}"/>
              </a:ext>
            </a:extLst>
          </p:cNvPr>
          <p:cNvSpPr/>
          <p:nvPr/>
        </p:nvSpPr>
        <p:spPr>
          <a:xfrm>
            <a:off x="9345776" y="3160160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610" name="矩形 609">
            <a:extLst>
              <a:ext uri="{FF2B5EF4-FFF2-40B4-BE49-F238E27FC236}">
                <a16:creationId xmlns:a16="http://schemas.microsoft.com/office/drawing/2014/main" id="{25DECFDA-7EA7-4B71-A762-63ACBC32FAC2}"/>
              </a:ext>
            </a:extLst>
          </p:cNvPr>
          <p:cNvSpPr/>
          <p:nvPr/>
        </p:nvSpPr>
        <p:spPr>
          <a:xfrm>
            <a:off x="9345776" y="3663386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612" name="文本框 611">
            <a:extLst>
              <a:ext uri="{FF2B5EF4-FFF2-40B4-BE49-F238E27FC236}">
                <a16:creationId xmlns:a16="http://schemas.microsoft.com/office/drawing/2014/main" id="{18C4426A-8F02-4811-8CE5-6C40F3E7B09A}"/>
              </a:ext>
            </a:extLst>
          </p:cNvPr>
          <p:cNvSpPr txBox="1"/>
          <p:nvPr/>
        </p:nvSpPr>
        <p:spPr>
          <a:xfrm>
            <a:off x="9296776" y="3364191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4"/>
                </a:solidFill>
              </a:rPr>
              <a:t>…</a:t>
            </a:r>
            <a:endParaRPr lang="zh-CN" altLang="en-US" sz="2117" dirty="0">
              <a:solidFill>
                <a:schemeClr val="accent4"/>
              </a:solidFill>
            </a:endParaRPr>
          </a:p>
        </p:txBody>
      </p:sp>
      <p:sp>
        <p:nvSpPr>
          <p:cNvPr id="614" name="矩形 613">
            <a:extLst>
              <a:ext uri="{FF2B5EF4-FFF2-40B4-BE49-F238E27FC236}">
                <a16:creationId xmlns:a16="http://schemas.microsoft.com/office/drawing/2014/main" id="{F8DBE075-85BB-413A-98E1-8C11417098F3}"/>
              </a:ext>
            </a:extLst>
          </p:cNvPr>
          <p:cNvSpPr/>
          <p:nvPr/>
        </p:nvSpPr>
        <p:spPr>
          <a:xfrm>
            <a:off x="9500233" y="3305399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615" name="矩形 614">
            <a:extLst>
              <a:ext uri="{FF2B5EF4-FFF2-40B4-BE49-F238E27FC236}">
                <a16:creationId xmlns:a16="http://schemas.microsoft.com/office/drawing/2014/main" id="{891B24E6-12B7-414E-90B3-80B2DF06CACC}"/>
              </a:ext>
            </a:extLst>
          </p:cNvPr>
          <p:cNvSpPr/>
          <p:nvPr/>
        </p:nvSpPr>
        <p:spPr>
          <a:xfrm>
            <a:off x="9500233" y="3808625"/>
            <a:ext cx="251613" cy="25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1"/>
              </a:solidFill>
            </a:endParaRPr>
          </a:p>
        </p:txBody>
      </p:sp>
      <p:sp>
        <p:nvSpPr>
          <p:cNvPr id="617" name="文本框 616">
            <a:extLst>
              <a:ext uri="{FF2B5EF4-FFF2-40B4-BE49-F238E27FC236}">
                <a16:creationId xmlns:a16="http://schemas.microsoft.com/office/drawing/2014/main" id="{1CD05A6D-EBF1-44C6-89CA-B191E875184B}"/>
              </a:ext>
            </a:extLst>
          </p:cNvPr>
          <p:cNvSpPr txBox="1"/>
          <p:nvPr/>
        </p:nvSpPr>
        <p:spPr>
          <a:xfrm>
            <a:off x="9451233" y="3509430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1"/>
                </a:solidFill>
              </a:rPr>
              <a:t>…</a:t>
            </a:r>
            <a:endParaRPr lang="zh-CN" altLang="en-US" sz="2117" dirty="0">
              <a:solidFill>
                <a:schemeClr val="accent1"/>
              </a:solidFill>
            </a:endParaRPr>
          </a:p>
        </p:txBody>
      </p:sp>
      <p:sp>
        <p:nvSpPr>
          <p:cNvPr id="619" name="矩形 618">
            <a:extLst>
              <a:ext uri="{FF2B5EF4-FFF2-40B4-BE49-F238E27FC236}">
                <a16:creationId xmlns:a16="http://schemas.microsoft.com/office/drawing/2014/main" id="{FC6F49F0-03E9-4EB5-A0F6-154B7BBAFC68}"/>
              </a:ext>
            </a:extLst>
          </p:cNvPr>
          <p:cNvSpPr/>
          <p:nvPr/>
        </p:nvSpPr>
        <p:spPr>
          <a:xfrm>
            <a:off x="9652633" y="3457799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620" name="矩形 619">
            <a:extLst>
              <a:ext uri="{FF2B5EF4-FFF2-40B4-BE49-F238E27FC236}">
                <a16:creationId xmlns:a16="http://schemas.microsoft.com/office/drawing/2014/main" id="{12455ED7-B85B-484C-91A8-D921B92CCB27}"/>
              </a:ext>
            </a:extLst>
          </p:cNvPr>
          <p:cNvSpPr/>
          <p:nvPr/>
        </p:nvSpPr>
        <p:spPr>
          <a:xfrm>
            <a:off x="9652633" y="3961025"/>
            <a:ext cx="251613" cy="2516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622" name="文本框 621">
            <a:extLst>
              <a:ext uri="{FF2B5EF4-FFF2-40B4-BE49-F238E27FC236}">
                <a16:creationId xmlns:a16="http://schemas.microsoft.com/office/drawing/2014/main" id="{E7DB3793-0F45-4E0C-B17E-8E7797DCE99F}"/>
              </a:ext>
            </a:extLst>
          </p:cNvPr>
          <p:cNvSpPr txBox="1"/>
          <p:nvPr/>
        </p:nvSpPr>
        <p:spPr>
          <a:xfrm>
            <a:off x="9603633" y="3661830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2"/>
                </a:solidFill>
              </a:rPr>
              <a:t>…</a:t>
            </a:r>
            <a:endParaRPr lang="zh-CN" altLang="en-US" sz="2117" dirty="0">
              <a:solidFill>
                <a:schemeClr val="accent2"/>
              </a:solidFill>
            </a:endParaRPr>
          </a:p>
        </p:txBody>
      </p:sp>
      <p:sp>
        <p:nvSpPr>
          <p:cNvPr id="624" name="矩形 623">
            <a:extLst>
              <a:ext uri="{FF2B5EF4-FFF2-40B4-BE49-F238E27FC236}">
                <a16:creationId xmlns:a16="http://schemas.microsoft.com/office/drawing/2014/main" id="{08E68F53-8937-43BE-BBC3-925D21BC96C4}"/>
              </a:ext>
            </a:extLst>
          </p:cNvPr>
          <p:cNvSpPr/>
          <p:nvPr/>
        </p:nvSpPr>
        <p:spPr>
          <a:xfrm>
            <a:off x="9805033" y="3610199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625" name="矩形 624">
            <a:extLst>
              <a:ext uri="{FF2B5EF4-FFF2-40B4-BE49-F238E27FC236}">
                <a16:creationId xmlns:a16="http://schemas.microsoft.com/office/drawing/2014/main" id="{8E19842B-EE82-45DC-903A-B75738977236}"/>
              </a:ext>
            </a:extLst>
          </p:cNvPr>
          <p:cNvSpPr/>
          <p:nvPr/>
        </p:nvSpPr>
        <p:spPr>
          <a:xfrm>
            <a:off x="9805033" y="4113425"/>
            <a:ext cx="251613" cy="251613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627" name="文本框 626">
            <a:extLst>
              <a:ext uri="{FF2B5EF4-FFF2-40B4-BE49-F238E27FC236}">
                <a16:creationId xmlns:a16="http://schemas.microsoft.com/office/drawing/2014/main" id="{D0AD144D-F70C-4EE7-941B-CA4126EA19A4}"/>
              </a:ext>
            </a:extLst>
          </p:cNvPr>
          <p:cNvSpPr txBox="1"/>
          <p:nvPr/>
        </p:nvSpPr>
        <p:spPr>
          <a:xfrm>
            <a:off x="9756034" y="3814230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3"/>
                </a:solidFill>
              </a:rPr>
              <a:t>…</a:t>
            </a:r>
            <a:endParaRPr lang="zh-CN" altLang="en-US" sz="2117" dirty="0">
              <a:solidFill>
                <a:schemeClr val="accent3"/>
              </a:solidFill>
            </a:endParaRPr>
          </a:p>
        </p:txBody>
      </p:sp>
      <p:sp>
        <p:nvSpPr>
          <p:cNvPr id="629" name="矩形 628">
            <a:extLst>
              <a:ext uri="{FF2B5EF4-FFF2-40B4-BE49-F238E27FC236}">
                <a16:creationId xmlns:a16="http://schemas.microsoft.com/office/drawing/2014/main" id="{696E74DB-E231-4637-8D35-5297EB4B6E01}"/>
              </a:ext>
            </a:extLst>
          </p:cNvPr>
          <p:cNvSpPr/>
          <p:nvPr/>
        </p:nvSpPr>
        <p:spPr>
          <a:xfrm>
            <a:off x="9957433" y="3762599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630" name="矩形 629">
            <a:extLst>
              <a:ext uri="{FF2B5EF4-FFF2-40B4-BE49-F238E27FC236}">
                <a16:creationId xmlns:a16="http://schemas.microsoft.com/office/drawing/2014/main" id="{D3D9F49B-68C4-4E22-ABA9-C06344903560}"/>
              </a:ext>
            </a:extLst>
          </p:cNvPr>
          <p:cNvSpPr/>
          <p:nvPr/>
        </p:nvSpPr>
        <p:spPr>
          <a:xfrm>
            <a:off x="9957433" y="4265825"/>
            <a:ext cx="251613" cy="25161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7">
              <a:solidFill>
                <a:schemeClr val="accent2"/>
              </a:solidFill>
            </a:endParaRPr>
          </a:p>
        </p:txBody>
      </p:sp>
      <p:sp>
        <p:nvSpPr>
          <p:cNvPr id="632" name="文本框 631">
            <a:extLst>
              <a:ext uri="{FF2B5EF4-FFF2-40B4-BE49-F238E27FC236}">
                <a16:creationId xmlns:a16="http://schemas.microsoft.com/office/drawing/2014/main" id="{F0B6F001-A3A9-441F-B7E8-B7338EF626D1}"/>
              </a:ext>
            </a:extLst>
          </p:cNvPr>
          <p:cNvSpPr txBox="1"/>
          <p:nvPr/>
        </p:nvSpPr>
        <p:spPr>
          <a:xfrm>
            <a:off x="9908433" y="3966630"/>
            <a:ext cx="510461" cy="323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117" dirty="0">
                <a:solidFill>
                  <a:schemeClr val="accent4"/>
                </a:solidFill>
              </a:rPr>
              <a:t>…</a:t>
            </a:r>
            <a:endParaRPr lang="zh-CN" altLang="en-US" sz="2117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114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76</Words>
  <Application>Microsoft Office PowerPoint</Application>
  <PresentationFormat>宽屏</PresentationFormat>
  <Paragraphs>68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2013 - 2022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沛康 周</dc:creator>
  <cp:lastModifiedBy>沛康 周</cp:lastModifiedBy>
  <cp:revision>13</cp:revision>
  <dcterms:created xsi:type="dcterms:W3CDTF">2025-11-27T07:09:29Z</dcterms:created>
  <dcterms:modified xsi:type="dcterms:W3CDTF">2025-12-11T05:01:41Z</dcterms:modified>
</cp:coreProperties>
</file>