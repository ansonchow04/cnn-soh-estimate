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284" y="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210F0F-6BE7-422C-9868-811EDEE02BA8}" type="datetimeFigureOut">
              <a:rPr lang="zh-CN" altLang="en-US" smtClean="0"/>
              <a:t>2025/12/11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C79F0-40E9-4179-ADD5-942576E0F95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538427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210F0F-6BE7-422C-9868-811EDEE02BA8}" type="datetimeFigureOut">
              <a:rPr lang="zh-CN" altLang="en-US" smtClean="0"/>
              <a:t>2025/12/11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C79F0-40E9-4179-ADD5-942576E0F95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105766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210F0F-6BE7-422C-9868-811EDEE02BA8}" type="datetimeFigureOut">
              <a:rPr lang="zh-CN" altLang="en-US" smtClean="0"/>
              <a:t>2025/12/11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C79F0-40E9-4179-ADD5-942576E0F95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919057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210F0F-6BE7-422C-9868-811EDEE02BA8}" type="datetimeFigureOut">
              <a:rPr lang="zh-CN" altLang="en-US" smtClean="0"/>
              <a:t>2025/12/11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C79F0-40E9-4179-ADD5-942576E0F95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493413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210F0F-6BE7-422C-9868-811EDEE02BA8}" type="datetimeFigureOut">
              <a:rPr lang="zh-CN" altLang="en-US" smtClean="0"/>
              <a:t>2025/12/11</a:t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C79F0-40E9-4179-ADD5-942576E0F95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656902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210F0F-6BE7-422C-9868-811EDEE02BA8}" type="datetimeFigureOut">
              <a:rPr lang="zh-CN" altLang="en-US" smtClean="0"/>
              <a:t>2025/12/11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C79F0-40E9-4179-ADD5-942576E0F95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232318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210F0F-6BE7-422C-9868-811EDEE02BA8}" type="datetimeFigureOut">
              <a:rPr lang="zh-CN" altLang="en-US" smtClean="0"/>
              <a:t>2025/12/11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C79F0-40E9-4179-ADD5-942576E0F95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415482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210F0F-6BE7-422C-9868-811EDEE02BA8}" type="datetimeFigureOut">
              <a:rPr lang="zh-CN" altLang="en-US" smtClean="0"/>
              <a:t>2025/12/11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C79F0-40E9-4179-ADD5-942576E0F95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817195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210F0F-6BE7-422C-9868-811EDEE02BA8}" type="datetimeFigureOut">
              <a:rPr lang="zh-CN" altLang="en-US" smtClean="0"/>
              <a:t>2025/12/11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C79F0-40E9-4179-ADD5-942576E0F95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171273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210F0F-6BE7-422C-9868-811EDEE02BA8}" type="datetimeFigureOut">
              <a:rPr lang="zh-CN" altLang="en-US" smtClean="0"/>
              <a:t>2025/12/11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C79F0-40E9-4179-ADD5-942576E0F95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909932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210F0F-6BE7-422C-9868-811EDEE02BA8}" type="datetimeFigureOut">
              <a:rPr lang="zh-CN" altLang="en-US" smtClean="0"/>
              <a:t>2025/12/11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C79F0-40E9-4179-ADD5-942576E0F95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247322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B210F0F-6BE7-422C-9868-811EDEE02BA8}" type="datetimeFigureOut">
              <a:rPr lang="zh-CN" altLang="en-US" smtClean="0"/>
              <a:t>2025/12/11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53C79F0-40E9-4179-ADD5-942576E0F95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618391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E65E1236-FF03-4B50-80D3-A4CF3AE699AB}"/>
              </a:ext>
            </a:extLst>
          </p:cNvPr>
          <p:cNvSpPr/>
          <p:nvPr/>
        </p:nvSpPr>
        <p:spPr>
          <a:xfrm>
            <a:off x="402734" y="1736746"/>
            <a:ext cx="251613" cy="251613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accent1"/>
              </a:solidFill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45DC6CE-5569-4E1A-97E5-31C79B3EFFE9}"/>
              </a:ext>
            </a:extLst>
          </p:cNvPr>
          <p:cNvSpPr/>
          <p:nvPr/>
        </p:nvSpPr>
        <p:spPr>
          <a:xfrm>
            <a:off x="402734" y="1988359"/>
            <a:ext cx="251613" cy="251613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accent1"/>
              </a:solidFill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CBFF141E-A9F2-49BA-B69E-53F08D6DD864}"/>
              </a:ext>
            </a:extLst>
          </p:cNvPr>
          <p:cNvSpPr/>
          <p:nvPr/>
        </p:nvSpPr>
        <p:spPr>
          <a:xfrm>
            <a:off x="402734" y="2239972"/>
            <a:ext cx="251613" cy="251613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accent1"/>
              </a:solidFill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3050F306-30FB-4202-AAAC-02F046510A30}"/>
              </a:ext>
            </a:extLst>
          </p:cNvPr>
          <p:cNvSpPr/>
          <p:nvPr/>
        </p:nvSpPr>
        <p:spPr>
          <a:xfrm>
            <a:off x="402734" y="2743198"/>
            <a:ext cx="251613" cy="251613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accent1"/>
              </a:solidFill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8428498B-B560-4E6E-A28E-62624047443E}"/>
              </a:ext>
            </a:extLst>
          </p:cNvPr>
          <p:cNvSpPr/>
          <p:nvPr/>
        </p:nvSpPr>
        <p:spPr>
          <a:xfrm>
            <a:off x="402734" y="2994811"/>
            <a:ext cx="251613" cy="251613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accent1"/>
              </a:solidFill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0F076963-0F40-4B43-8F0D-1A10B6B4EAE5}"/>
              </a:ext>
            </a:extLst>
          </p:cNvPr>
          <p:cNvSpPr/>
          <p:nvPr/>
        </p:nvSpPr>
        <p:spPr>
          <a:xfrm>
            <a:off x="402734" y="3246424"/>
            <a:ext cx="251613" cy="251613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accent1"/>
              </a:solidFill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DA450B4E-4527-47CE-9334-5DAC58ECF706}"/>
              </a:ext>
            </a:extLst>
          </p:cNvPr>
          <p:cNvSpPr txBox="1"/>
          <p:nvPr/>
        </p:nvSpPr>
        <p:spPr>
          <a:xfrm>
            <a:off x="368735" y="2455809"/>
            <a:ext cx="461665" cy="323165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r>
              <a:rPr lang="en-US" altLang="zh-CN" dirty="0">
                <a:solidFill>
                  <a:schemeClr val="accent1"/>
                </a:solidFill>
              </a:rPr>
              <a:t>…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379CAF6E-F46A-4A6D-90E7-9D335F83A6B2}"/>
              </a:ext>
            </a:extLst>
          </p:cNvPr>
          <p:cNvSpPr/>
          <p:nvPr/>
        </p:nvSpPr>
        <p:spPr>
          <a:xfrm>
            <a:off x="555134" y="1889146"/>
            <a:ext cx="251613" cy="251613"/>
          </a:xfrm>
          <a:prstGeom prst="rect">
            <a:avLst/>
          </a:prstGeom>
          <a:solidFill>
            <a:schemeClr val="accent2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accent2"/>
              </a:solidFill>
            </a:endParaRP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29F0B1B5-059A-4ABD-B9CB-74534CA1DCAB}"/>
              </a:ext>
            </a:extLst>
          </p:cNvPr>
          <p:cNvSpPr/>
          <p:nvPr/>
        </p:nvSpPr>
        <p:spPr>
          <a:xfrm>
            <a:off x="555134" y="2140759"/>
            <a:ext cx="251613" cy="251613"/>
          </a:xfrm>
          <a:prstGeom prst="rect">
            <a:avLst/>
          </a:prstGeom>
          <a:solidFill>
            <a:schemeClr val="accent2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accent2"/>
              </a:solidFill>
            </a:endParaRP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384D82BA-2717-409B-80A1-44DF9986C953}"/>
              </a:ext>
            </a:extLst>
          </p:cNvPr>
          <p:cNvSpPr/>
          <p:nvPr/>
        </p:nvSpPr>
        <p:spPr>
          <a:xfrm>
            <a:off x="555134" y="2392372"/>
            <a:ext cx="251613" cy="251613"/>
          </a:xfrm>
          <a:prstGeom prst="rect">
            <a:avLst/>
          </a:prstGeom>
          <a:solidFill>
            <a:schemeClr val="accent2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accent2"/>
              </a:solidFill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6AB70780-5224-4A5E-921A-0572FB051DFA}"/>
              </a:ext>
            </a:extLst>
          </p:cNvPr>
          <p:cNvSpPr/>
          <p:nvPr/>
        </p:nvSpPr>
        <p:spPr>
          <a:xfrm>
            <a:off x="555134" y="2895598"/>
            <a:ext cx="251613" cy="251613"/>
          </a:xfrm>
          <a:prstGeom prst="rect">
            <a:avLst/>
          </a:prstGeom>
          <a:solidFill>
            <a:schemeClr val="accent2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accent2"/>
              </a:solidFill>
            </a:endParaRP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2BC947A2-4A82-45BE-85BC-1ED89848BAA7}"/>
              </a:ext>
            </a:extLst>
          </p:cNvPr>
          <p:cNvSpPr/>
          <p:nvPr/>
        </p:nvSpPr>
        <p:spPr>
          <a:xfrm>
            <a:off x="555134" y="3147211"/>
            <a:ext cx="251613" cy="251613"/>
          </a:xfrm>
          <a:prstGeom prst="rect">
            <a:avLst/>
          </a:prstGeom>
          <a:solidFill>
            <a:schemeClr val="accent2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accent2"/>
              </a:solidFill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2B91A0D2-0AAC-45FA-A467-23A53318B1BA}"/>
              </a:ext>
            </a:extLst>
          </p:cNvPr>
          <p:cNvSpPr/>
          <p:nvPr/>
        </p:nvSpPr>
        <p:spPr>
          <a:xfrm>
            <a:off x="555134" y="3398824"/>
            <a:ext cx="251613" cy="251613"/>
          </a:xfrm>
          <a:prstGeom prst="rect">
            <a:avLst/>
          </a:prstGeom>
          <a:solidFill>
            <a:schemeClr val="accent2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accent2"/>
              </a:solidFill>
            </a:endParaRP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BE74F3C1-B5BD-4365-BF54-14ECC171EC60}"/>
              </a:ext>
            </a:extLst>
          </p:cNvPr>
          <p:cNvSpPr txBox="1"/>
          <p:nvPr/>
        </p:nvSpPr>
        <p:spPr>
          <a:xfrm>
            <a:off x="521135" y="2608209"/>
            <a:ext cx="461665" cy="323165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r>
              <a:rPr lang="en-US" altLang="zh-CN" dirty="0">
                <a:solidFill>
                  <a:schemeClr val="accent2"/>
                </a:solidFill>
              </a:rPr>
              <a:t>…</a:t>
            </a:r>
            <a:endParaRPr lang="zh-CN" altLang="en-US" dirty="0">
              <a:solidFill>
                <a:schemeClr val="accent2"/>
              </a:solidFill>
            </a:endParaRP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AAB90DB7-B8CF-495D-B3EB-FD21BB2C3194}"/>
              </a:ext>
            </a:extLst>
          </p:cNvPr>
          <p:cNvSpPr/>
          <p:nvPr/>
        </p:nvSpPr>
        <p:spPr>
          <a:xfrm>
            <a:off x="707534" y="2041546"/>
            <a:ext cx="251613" cy="251613"/>
          </a:xfrm>
          <a:prstGeom prst="rect">
            <a:avLst/>
          </a:prstGeom>
          <a:solidFill>
            <a:schemeClr val="accent3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accent2"/>
              </a:solidFill>
            </a:endParaRPr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A327918F-AEE2-46ED-ABCD-C6525545B6A8}"/>
              </a:ext>
            </a:extLst>
          </p:cNvPr>
          <p:cNvSpPr/>
          <p:nvPr/>
        </p:nvSpPr>
        <p:spPr>
          <a:xfrm>
            <a:off x="707534" y="2293159"/>
            <a:ext cx="251613" cy="251613"/>
          </a:xfrm>
          <a:prstGeom prst="rect">
            <a:avLst/>
          </a:prstGeom>
          <a:solidFill>
            <a:schemeClr val="accent3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accent2"/>
              </a:solidFill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B0AEE405-0FF5-4578-A162-10AC4FFF39A1}"/>
              </a:ext>
            </a:extLst>
          </p:cNvPr>
          <p:cNvSpPr/>
          <p:nvPr/>
        </p:nvSpPr>
        <p:spPr>
          <a:xfrm>
            <a:off x="707534" y="2544772"/>
            <a:ext cx="251613" cy="251613"/>
          </a:xfrm>
          <a:prstGeom prst="rect">
            <a:avLst/>
          </a:prstGeom>
          <a:solidFill>
            <a:schemeClr val="accent3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accent2"/>
              </a:solidFill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CBDBAA83-B437-43A4-B21A-C8DEF946762C}"/>
              </a:ext>
            </a:extLst>
          </p:cNvPr>
          <p:cNvSpPr/>
          <p:nvPr/>
        </p:nvSpPr>
        <p:spPr>
          <a:xfrm>
            <a:off x="707534" y="3047998"/>
            <a:ext cx="251613" cy="251613"/>
          </a:xfrm>
          <a:prstGeom prst="rect">
            <a:avLst/>
          </a:prstGeom>
          <a:solidFill>
            <a:schemeClr val="accent3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accent2"/>
              </a:solidFill>
            </a:endParaRP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CECE7C08-41D3-4F08-8F98-772A1F73E8CF}"/>
              </a:ext>
            </a:extLst>
          </p:cNvPr>
          <p:cNvSpPr/>
          <p:nvPr/>
        </p:nvSpPr>
        <p:spPr>
          <a:xfrm>
            <a:off x="707534" y="3299611"/>
            <a:ext cx="251613" cy="251613"/>
          </a:xfrm>
          <a:prstGeom prst="rect">
            <a:avLst/>
          </a:prstGeom>
          <a:solidFill>
            <a:schemeClr val="accent3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accent2"/>
              </a:solidFill>
            </a:endParaRPr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1ABD07A0-70EB-4E7D-BC1D-ACA650C2DB35}"/>
              </a:ext>
            </a:extLst>
          </p:cNvPr>
          <p:cNvSpPr/>
          <p:nvPr/>
        </p:nvSpPr>
        <p:spPr>
          <a:xfrm>
            <a:off x="707534" y="3551224"/>
            <a:ext cx="251613" cy="251613"/>
          </a:xfrm>
          <a:prstGeom prst="rect">
            <a:avLst/>
          </a:prstGeom>
          <a:solidFill>
            <a:schemeClr val="accent3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accent2"/>
              </a:solidFill>
            </a:endParaRPr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0A3BF593-1EFB-40DE-BF83-99B839D83F98}"/>
              </a:ext>
            </a:extLst>
          </p:cNvPr>
          <p:cNvSpPr txBox="1"/>
          <p:nvPr/>
        </p:nvSpPr>
        <p:spPr>
          <a:xfrm>
            <a:off x="673535" y="2760609"/>
            <a:ext cx="461665" cy="323165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r>
              <a:rPr lang="en-US" altLang="zh-CN" dirty="0">
                <a:solidFill>
                  <a:schemeClr val="accent3"/>
                </a:solidFill>
              </a:rPr>
              <a:t>…</a:t>
            </a:r>
            <a:endParaRPr lang="zh-CN" altLang="en-US" dirty="0">
              <a:solidFill>
                <a:schemeClr val="accent3"/>
              </a:solidFill>
            </a:endParaRP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31F26D77-7A54-4EBE-93D2-BF2B50737B5D}"/>
              </a:ext>
            </a:extLst>
          </p:cNvPr>
          <p:cNvSpPr/>
          <p:nvPr/>
        </p:nvSpPr>
        <p:spPr>
          <a:xfrm>
            <a:off x="859934" y="2193946"/>
            <a:ext cx="251613" cy="251613"/>
          </a:xfrm>
          <a:prstGeom prst="rect">
            <a:avLst/>
          </a:prstGeom>
          <a:solidFill>
            <a:schemeClr val="accent4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accent2"/>
              </a:solidFill>
            </a:endParaRPr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64EC93DA-BABC-4056-B457-62EF75D62FA4}"/>
              </a:ext>
            </a:extLst>
          </p:cNvPr>
          <p:cNvSpPr/>
          <p:nvPr/>
        </p:nvSpPr>
        <p:spPr>
          <a:xfrm>
            <a:off x="859934" y="2445559"/>
            <a:ext cx="251613" cy="251613"/>
          </a:xfrm>
          <a:prstGeom prst="rect">
            <a:avLst/>
          </a:prstGeom>
          <a:solidFill>
            <a:schemeClr val="accent4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accent2"/>
              </a:solidFill>
            </a:endParaRPr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34678F9E-AF9A-4124-96E7-E89D6B543BF4}"/>
              </a:ext>
            </a:extLst>
          </p:cNvPr>
          <p:cNvSpPr/>
          <p:nvPr/>
        </p:nvSpPr>
        <p:spPr>
          <a:xfrm>
            <a:off x="859934" y="2697172"/>
            <a:ext cx="251613" cy="251613"/>
          </a:xfrm>
          <a:prstGeom prst="rect">
            <a:avLst/>
          </a:prstGeom>
          <a:solidFill>
            <a:schemeClr val="accent4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accent2"/>
              </a:solidFill>
            </a:endParaRP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E8BD67B3-4542-4DB6-B5D2-47FB23C22B00}"/>
              </a:ext>
            </a:extLst>
          </p:cNvPr>
          <p:cNvSpPr/>
          <p:nvPr/>
        </p:nvSpPr>
        <p:spPr>
          <a:xfrm>
            <a:off x="859934" y="3200398"/>
            <a:ext cx="251613" cy="251613"/>
          </a:xfrm>
          <a:prstGeom prst="rect">
            <a:avLst/>
          </a:prstGeom>
          <a:solidFill>
            <a:schemeClr val="accent4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accent2"/>
              </a:solidFill>
            </a:endParaRP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27FFB7CB-D990-4280-8919-A3FF26DAA4EF}"/>
              </a:ext>
            </a:extLst>
          </p:cNvPr>
          <p:cNvSpPr/>
          <p:nvPr/>
        </p:nvSpPr>
        <p:spPr>
          <a:xfrm>
            <a:off x="859934" y="3452011"/>
            <a:ext cx="251613" cy="251613"/>
          </a:xfrm>
          <a:prstGeom prst="rect">
            <a:avLst/>
          </a:prstGeom>
          <a:solidFill>
            <a:schemeClr val="accent4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accent2"/>
              </a:solidFill>
            </a:endParaRP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C2608CA2-C9E0-43EF-9DE2-B17BF13F8E77}"/>
              </a:ext>
            </a:extLst>
          </p:cNvPr>
          <p:cNvSpPr/>
          <p:nvPr/>
        </p:nvSpPr>
        <p:spPr>
          <a:xfrm>
            <a:off x="859934" y="3703624"/>
            <a:ext cx="251613" cy="251613"/>
          </a:xfrm>
          <a:prstGeom prst="rect">
            <a:avLst/>
          </a:prstGeom>
          <a:solidFill>
            <a:schemeClr val="accent4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accent2"/>
              </a:solidFill>
            </a:endParaRPr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AA0FBA35-8944-4455-BB41-5AC6C8B4CAA7}"/>
              </a:ext>
            </a:extLst>
          </p:cNvPr>
          <p:cNvSpPr txBox="1"/>
          <p:nvPr/>
        </p:nvSpPr>
        <p:spPr>
          <a:xfrm>
            <a:off x="825935" y="2913009"/>
            <a:ext cx="461665" cy="323165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r>
              <a:rPr lang="en-US" altLang="zh-CN" dirty="0">
                <a:solidFill>
                  <a:schemeClr val="accent4"/>
                </a:solidFill>
              </a:rPr>
              <a:t>…</a:t>
            </a:r>
            <a:endParaRPr lang="zh-CN" altLang="en-US" dirty="0">
              <a:solidFill>
                <a:schemeClr val="accent4"/>
              </a:solidFill>
            </a:endParaRPr>
          </a:p>
        </p:txBody>
      </p:sp>
      <p:graphicFrame>
        <p:nvGraphicFramePr>
          <p:cNvPr id="62" name="表格 62">
            <a:extLst>
              <a:ext uri="{FF2B5EF4-FFF2-40B4-BE49-F238E27FC236}">
                <a16:creationId xmlns:a16="http://schemas.microsoft.com/office/drawing/2014/main" id="{A5DB250D-583E-45B6-AFF1-98A4D11760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49291421"/>
              </p:ext>
            </p:extLst>
          </p:nvPr>
        </p:nvGraphicFramePr>
        <p:xfrm>
          <a:off x="246711" y="3955237"/>
          <a:ext cx="1472177" cy="121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2177">
                  <a:extLst>
                    <a:ext uri="{9D8B030D-6E8A-4147-A177-3AD203B41FA5}">
                      <a16:colId xmlns:a16="http://schemas.microsoft.com/office/drawing/2014/main" val="24195044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b="0" kern="1200" dirty="0">
                          <a:solidFill>
                            <a:schemeClr val="accent1"/>
                          </a:solidFill>
                          <a:latin typeface="+mn-lt"/>
                          <a:ea typeface="+mn-ea"/>
                          <a:cs typeface="+mn-cs"/>
                        </a:rPr>
                        <a:t>Time*128</a:t>
                      </a:r>
                      <a:endParaRPr lang="zh-CN" altLang="en-US" sz="1400" b="0" kern="1200" dirty="0">
                        <a:solidFill>
                          <a:schemeClr val="accen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0063748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b="0" dirty="0">
                          <a:solidFill>
                            <a:schemeClr val="accent2"/>
                          </a:solidFill>
                        </a:rPr>
                        <a:t>Current*128</a:t>
                      </a:r>
                      <a:endParaRPr lang="zh-CN" altLang="en-US" sz="1400" b="0" dirty="0">
                        <a:solidFill>
                          <a:schemeClr val="accent2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3534979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b="0" dirty="0">
                          <a:solidFill>
                            <a:schemeClr val="accent3"/>
                          </a:solidFill>
                        </a:rPr>
                        <a:t>Voltage*128</a:t>
                      </a:r>
                      <a:endParaRPr lang="zh-CN" altLang="en-US" sz="1400" b="0" dirty="0">
                        <a:solidFill>
                          <a:schemeClr val="accent3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15442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b="0" dirty="0">
                          <a:solidFill>
                            <a:schemeClr val="accent4"/>
                          </a:solidFill>
                        </a:rPr>
                        <a:t>Temperature*128</a:t>
                      </a:r>
                      <a:endParaRPr lang="zh-CN" altLang="en-US" sz="1400" b="0" dirty="0">
                        <a:solidFill>
                          <a:schemeClr val="accent4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4299219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671148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Theme">
  <a:themeElements>
    <a:clrScheme name="Office 2013 - 2022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">
      <a:majorFont>
        <a:latin typeface="Times New Roman"/>
        <a:ea typeface="宋体"/>
        <a:cs typeface=""/>
      </a:majorFont>
      <a:minorFont>
        <a:latin typeface="Times New Roman"/>
        <a:ea typeface="宋体"/>
        <a:cs typeface="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114</TotalTime>
  <Words>16</Words>
  <Application>Microsoft Office PowerPoint</Application>
  <PresentationFormat>宽屏</PresentationFormat>
  <Paragraphs>8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4" baseType="lpstr">
      <vt:lpstr>Arial</vt:lpstr>
      <vt:lpstr>Times New Roman</vt:lpstr>
      <vt:lpstr>Office 2013 - 2022 Theme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沛康 周</dc:creator>
  <cp:lastModifiedBy>沛康 周</cp:lastModifiedBy>
  <cp:revision>4</cp:revision>
  <dcterms:created xsi:type="dcterms:W3CDTF">2025-11-27T07:09:29Z</dcterms:created>
  <dcterms:modified xsi:type="dcterms:W3CDTF">2025-12-11T03:47:36Z</dcterms:modified>
</cp:coreProperties>
</file>